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100회 주기 당첨번호 재출현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pple SD Gothic Neo"/>
              </a:rPr>
              <a:t>대상 회차 1127~1226회 (100회) · 100회 이내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각 회차 당첨번호가 최근 1개 형제 회차(T−100)에 나왔는지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9"/>
                </a:solidFill>
                <a:latin typeface="Apple SD Gothic Neo"/>
              </a:rPr>
              <a:t>2026-05-31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분석 방법 및 요약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방법: 대상 회차 T(1127~1226)의 6개 당첨번호 각각이, 100회 이내 형제 회차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(T−100, 예: 1226회 → 1126회)의 당첨번호에 있었는지 확인합니다.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10058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관측값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무작위 기대값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대상 회차 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총 당첨번호 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600개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주기 재출현 번호 (형제 1개↑)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76개 (12.7%)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80개 (13.3%)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번호–회차 매칭 총수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76개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80개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회차당 평균 재출현 번호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0.76개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0.80개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▶ 결론: 관측 재출현율(12.7%)이 무작위 기대치(13.3%)와 거의 같습니다. 즉 '100회 주기 재출현'은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   통계적 우연으로 설명되며, 다음 회차 예측에 쓸 수 있는 신호로 보기는 어렵습니다. (참고용 통계)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회차별 재출현 번호 개수 분포 (6개 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0개 재출현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6816436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9636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41회 (41%)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1개 재출현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67128"/>
            <a:ext cx="7315200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44회 (44%)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2개 재출현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825496"/>
            <a:ext cx="2161309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4509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13회 (13%)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3개 재출현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83864"/>
            <a:ext cx="332509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5709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2회 (2%)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4개 재출현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142232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1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5개 재출현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800600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1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6개 재출현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458968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1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대상 100회 중 6개 모두 재출현한 회차 0회 · 5개 0회 · 4개 0회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예시 — 1226회 당첨번호의 100회 주기 재출현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ple SD Gothic Neo"/>
              </a:rPr>
              <a:t>형제 회차: 1126회  (총 1개)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8580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당첨번호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재출현한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횟수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4번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1126회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13번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17번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28번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(1/4)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4→1126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25→1125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6→1121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2→1120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1→1119 , 45→1119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45→1118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15→1116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10→1114 , 19→1114 , 33→1114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11→1113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44→1112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7→1110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1→1106 , 3→1106 , 42→1106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16→1105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30→1104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29→1103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37→1102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(2/4)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7→1101 , 36→1101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41→1098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12→1096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34→1095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15→1094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20→1091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19→1090 , 45→1090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37→1089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22→1088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13→1087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16→1086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17→1085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15→1083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21→1082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18→1079 , 24→1079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6→1078 , 11→1078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43→1077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(3/4)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7→1076 , 9→1076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18→1073 , 30→1073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11→1071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3→1070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33→1068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23→1067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45→1065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18→1064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20→1062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24→1061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45→1060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25→1058 , 32→1058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45→1056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35→1052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(4/4)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35→1050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21→1049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6→1048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12→1044 , 26→1044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7→1041 , 11→1041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29→1040 , 31→1040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16→1038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15→1037 , 33→1037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20→1033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6→1032 , 19→1032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6→1031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5→1028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