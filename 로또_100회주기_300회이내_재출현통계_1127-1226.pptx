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100회 주기 당첨번호 재출현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pple SD Gothic Neo"/>
              </a:rPr>
              <a:t>대상 회차 1127~1226회 (100회) · 300회 이내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각 회차 당첨번호가 최근 3개 형제 회차(T−100·T−200·T−300)에 나왔는지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9"/>
                </a:solidFill>
                <a:latin typeface="Apple SD Gothic Neo"/>
              </a:rPr>
              <a:t>2026-05-31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분석 방법 및 요약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방법: 대상 회차 T(1127~1226)의 6개 당첨번호 각각이, 300회 이내 형제 회차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(T−100·T−200·T−300, 예: 1226회 → 926·1026·1126회)의 당첨번호에 있었는지 확인합니다.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10058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관측값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무작위 기대값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대상 회차 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총 당첨번호 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600개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주기 재출현 번호 (형제 1개↑)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212개 (35.3%)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209개 (34.9%)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번호–회차 매칭 총수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254개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240개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회차당 평균 재출현 번호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2.12개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2.09개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▶ 결론: 관측 재출현율(35.3%)이 무작위 기대치(34.9%)와 거의 같습니다. 즉 '100회 주기 재출현'은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   통계적 우연으로 설명되며, 다음 회차 예측에 쓸 수 있는 신호로 보기는 어렵습니다. (참고용 통계)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회차별 재출현 번호 개수 분포 (6개 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0개 재출현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1500553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3753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8회 (8%)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1개 재출현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67128"/>
            <a:ext cx="3376246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9446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18회 (18%)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2개 재출현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825496"/>
            <a:ext cx="7315200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39회 (39%)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3개 재출현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83864"/>
            <a:ext cx="4689230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243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25회 (25%)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4개 재출현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142232"/>
            <a:ext cx="1688123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1323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9회 (9%)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5개 재출현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800600"/>
            <a:ext cx="187569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0769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1회 (1%)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6개 재출현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458968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1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대상 100회 중 6개 모두 재출현한 회차 0회 · 5개 1회 · 4개 9회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예시 — 1226회 당첨번호의 100회 주기 재출현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ple SD Gothic Neo"/>
              </a:rPr>
              <a:t>형제 회차: 926, 1026, 1126회  (총 3개)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8580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당첨번호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재출현한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횟수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4번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1126회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13번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1026회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17번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28번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(1/4)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4→1126 , 13→1026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8→1025 , 9→1025 , 25→1025·1125 , 42→925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9→1024 , 18→1024 , 44→924·1024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16→1023 , 18→923·1023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11→1022 , 17→922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6→1121 , 28→921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2→920·1120 , 34→920 , 43→920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1→1019·1119 , 39→1019 , 45→1119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3→1018 , 31→918 , 45→1018·1118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15→1016·1116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13→915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10→1114 , 19→914·1114 , 27→1014 , 33→914·1114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11→1113 , 27→913 , 36→1013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5→912·1012 , 8→912 , 44→1112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26→1011 , 35→1011 , 38→1011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1→910 , 7→1110 , 9→1010 , 17→910 , 27→910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35→909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30→1008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27→907 , 38→907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1→1106 , 3→1106 , 17→1006 , 42→1106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4→905 , 16→905·1105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8→904 , 30→1004·1104 , 44→1004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29→1003·1103 , 39→1003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33→1002 , 37→1102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(2/4)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7→1101 , 36→1101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2→1000 , 16→900 , 32→1000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41→1098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7→897·997 , 26→897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12→896·1096 , 15→996 , 45→896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34→1095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3→994 , 15→1094 , 24→994 , 37→894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6→993 , 16→993 , 24→993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20→1091 , 41→891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19→1090 , 26→990 , 45→1090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29→889·989 , 37→1089 , 38→889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3→888 , 12→888 , 22→1088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13→1087 , 29→987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16→986·1086 , 23→886 , 28→886·986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17→985·1085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14→884 , 23→884·984 , 37→884·984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15→1083 , 23→983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13→982 , 21→982·1082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20→881 , 41→981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16→979 , 18→1079 , 24→1079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6→878·1078 , 11→878·1078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43→877·1077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(3/4)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7→1076 , 9→1076 , 21→876 , 35→976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8→975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11→974 , 39→974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5→873 , 18→1073 , 30→1073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6→871·971 , 11→1071 , 12→871 , 17→971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3→1070 , 28→970 , 42→870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39→869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24→968 , 33→1068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23→1067 , 40→867·967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25→966 , 29→866·966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29→965 , 45→865·1065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18→1064 , 25→864 , 38→964 , 39→964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16→863 , 43→863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20→1062 , 28→962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20→961 , 24→1061 , 42→961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18→860·960 , 45→960·1060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38→859 , 39→859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25→1058 , 32→858·1058 , 37→958 , 38→858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41→856·956 , 45→1056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19→855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26→954 , 32→854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9→953 , 44→853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30→852 , 35→852·1052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(4/4)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2→951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35→1050 , 39→850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21→949·1049 , 36→949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6→1048 , 13→948 , 16→848 , 22→848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26→847 , 27→947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19→946 , 40→946 , 43→846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33→845·945 , 37→945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12→1044 , 15→844 , 26→1044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36→943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7→1041 , 11→841·1041 , 12→941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22→940 , 29→840·1040 , 31→1040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12→839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14→838 , 16→938·1038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15→1037 , 33→837·1037 , 45→837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13→835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3→934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20→1033 , 29→933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6→932·1032 , 19→832·1032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6→1031 , 14→931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21→930 , 25→930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5→829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5→1028 , 28→928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15→927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