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88920"/>
            <a:ext cx="12191695" cy="381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ple SD Gothic Neo"/>
              </a:rPr>
              <a:t>100회 주기 당첨번호 재출현 통계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D4A017"/>
                </a:solidFill>
                <a:latin typeface="Apple SD Gothic Neo"/>
              </a:rPr>
              <a:t>대상 회차 1127~1226회 (100회)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9476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C9D3EA"/>
                </a:solidFill>
                <a:latin typeface="Apple SD Gothic Neo"/>
              </a:rPr>
              <a:t>각 회차 당첨번호가 100회 이전 같은 끝자리 회차들에 나왔는지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AA8C9"/>
                </a:solidFill>
                <a:latin typeface="Apple SD Gothic Neo"/>
              </a:rPr>
              <a:t>2026-05-31 생성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47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ple SD Gothic Neo"/>
              </a:rPr>
              <a:t>분석 방법 및 요약 통계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Apple SD Gothic Neo"/>
              </a:rPr>
              <a:t>방법: 대상 회차 T(1127~1226)의 6개 당첨번호 각각이, 100회 이전 형제 회차들</a:t>
            </a:r>
          </a:p>
          <a:p>
            <a:pPr algn="l"/>
            <a:r>
              <a:rPr sz="1400" b="0">
                <a:solidFill>
                  <a:srgbClr val="555555"/>
                </a:solidFill>
                <a:latin typeface="Apple SD Gothic Neo"/>
              </a:rPr>
              <a:t>(T−100, T−200, …, 예: 1226회 → 26·126·…·1126회)의 당첨번호에 있었는지 확인합니다.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286000"/>
          <a:ext cx="100584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2743200"/>
                <a:gridCol w="256032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항목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관측값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무작위 기대값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대상 회차 수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100회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—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총 당첨번호 수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600개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—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주기 재출현 번호 (형제 1개↑)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485개 (80.8%)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480개 (80.0%)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번호–회차 매칭 총수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926개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901개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회차당 평균 재출현 번호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4.85개 / 6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4.80개 / 6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486400"/>
            <a:ext cx="11064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  <a:latin typeface="Apple SD Gothic Neo"/>
              </a:rPr>
              <a:t>▶ 결론: 관측 재출현율(80.8%)이 무작위 기대치(80.0%)와 거의 같습니다. 즉 '100회 주기 재출현'은</a:t>
            </a:r>
          </a:p>
          <a:p>
            <a:pPr algn="l"/>
            <a:r>
              <a:rPr sz="1300" b="1">
                <a:solidFill>
                  <a:srgbClr val="C0392B"/>
                </a:solidFill>
                <a:latin typeface="Apple SD Gothic Neo"/>
              </a:rPr>
              <a:t>   통계적 우연으로 설명되며, 다음 회차 예측에 쓸 수 있는 신호로 보기는 어렵습니다. (참고용 통계)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47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ple SD Gothic Neo"/>
              </a:rPr>
              <a:t>회차별 재출현 번호 개수 분포 (6개 중)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94E"/>
                </a:solidFill>
                <a:latin typeface="Apple SD Gothic Neo"/>
              </a:rPr>
              <a:t>0개 재출현</a:t>
            </a:r>
          </a:p>
        </p:txBody>
      </p:sp>
      <p:sp>
        <p:nvSpPr>
          <p:cNvPr id="6" name="Rectangle 5"/>
          <p:cNvSpPr/>
          <p:nvPr/>
        </p:nvSpPr>
        <p:spPr>
          <a:xfrm>
            <a:off x="2651760" y="1508760"/>
            <a:ext cx="1" cy="457200"/>
          </a:xfrm>
          <a:prstGeom prst="rect">
            <a:avLst/>
          </a:prstGeom>
          <a:solidFill>
            <a:srgbClr val="2E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1" y="1417320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555555"/>
                </a:solidFill>
                <a:latin typeface="Apple SD Gothic Neo"/>
              </a:rPr>
              <a:t>0회 (0%)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75688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94E"/>
                </a:solidFill>
                <a:latin typeface="Apple SD Gothic Neo"/>
              </a:rPr>
              <a:t>1개 재출현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2167128"/>
            <a:ext cx="1" cy="457200"/>
          </a:xfrm>
          <a:prstGeom prst="rect">
            <a:avLst/>
          </a:prstGeom>
          <a:solidFill>
            <a:srgbClr val="2E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1" y="2075688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555555"/>
                </a:solidFill>
                <a:latin typeface="Apple SD Gothic Neo"/>
              </a:rPr>
              <a:t>0회 (0%)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34056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94E"/>
                </a:solidFill>
                <a:latin typeface="Apple SD Gothic Neo"/>
              </a:rPr>
              <a:t>2개 재출현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2825496"/>
            <a:ext cx="836022" cy="457200"/>
          </a:xfrm>
          <a:prstGeom prst="rect">
            <a:avLst/>
          </a:prstGeom>
          <a:solidFill>
            <a:srgbClr val="2E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79222" y="2734056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555555"/>
                </a:solidFill>
                <a:latin typeface="Apple SD Gothic Neo"/>
              </a:rPr>
              <a:t>4회 (4%)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392424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94E"/>
                </a:solidFill>
                <a:latin typeface="Apple SD Gothic Neo"/>
              </a:rPr>
              <a:t>3개 재출현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51760" y="3483864"/>
            <a:ext cx="1254034" cy="457200"/>
          </a:xfrm>
          <a:prstGeom prst="rect">
            <a:avLst/>
          </a:prstGeom>
          <a:solidFill>
            <a:srgbClr val="2E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97234" y="3392424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555555"/>
                </a:solidFill>
                <a:latin typeface="Apple SD Gothic Neo"/>
              </a:rPr>
              <a:t>6회 (6%)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050792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94E"/>
                </a:solidFill>
                <a:latin typeface="Apple SD Gothic Neo"/>
              </a:rPr>
              <a:t>4개 재출현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51760" y="4142232"/>
            <a:ext cx="4807131" cy="457200"/>
          </a:xfrm>
          <a:prstGeom prst="rect">
            <a:avLst/>
          </a:prstGeom>
          <a:solidFill>
            <a:srgbClr val="2E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50331" y="4050792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555555"/>
                </a:solidFill>
                <a:latin typeface="Apple SD Gothic Neo"/>
              </a:rPr>
              <a:t>23회 (23%)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709160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94E"/>
                </a:solidFill>
                <a:latin typeface="Apple SD Gothic Neo"/>
              </a:rPr>
              <a:t>5개 재출현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51760" y="4800600"/>
            <a:ext cx="7315200" cy="4572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0" y="4709160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555555"/>
                </a:solidFill>
                <a:latin typeface="Apple SD Gothic Neo"/>
              </a:rPr>
              <a:t>35회 (35%)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367528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94E"/>
                </a:solidFill>
                <a:latin typeface="Apple SD Gothic Neo"/>
              </a:rPr>
              <a:t>6개 재출현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5458968"/>
            <a:ext cx="6688182" cy="457200"/>
          </a:xfrm>
          <a:prstGeom prst="rect">
            <a:avLst/>
          </a:prstGeom>
          <a:solidFill>
            <a:srgbClr val="2E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31382" y="5367528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555555"/>
                </a:solidFill>
                <a:latin typeface="Apple SD Gothic Neo"/>
              </a:rPr>
              <a:t>32회 (32%)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172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55555"/>
                </a:solidFill>
                <a:latin typeface="Apple SD Gothic Neo"/>
              </a:rPr>
              <a:t>대상 100회 중 6개 모두 재출현한 회차 32회 · 5개 35회 · 4개 23회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47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ple SD Gothic Neo"/>
              </a:rPr>
              <a:t>예시 — 1226회 당첨번호의 100회 주기 재출현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Apple SD Gothic Neo"/>
              </a:rPr>
              <a:t>형제 회차: 26, 126, 226, 326, 426, 526, 626, 726, 826, 926, 1026, 1126회  (총 12개)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00584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6858000"/>
                <a:gridCol w="13716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당첨번호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재출현한 형제 회차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횟수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294E"/>
                          </a:solidFill>
                          <a:latin typeface="Apple SD Gothic Neo"/>
                        </a:rPr>
                        <a:t>4번</a:t>
                      </a:r>
                    </a:p>
                  </a:txBody>
                  <a:tcPr anchor="ctr" marT="12700" marB="12700" marL="50800" marR="50800">
                    <a:solidFill>
                      <a:srgbClr val="D4A0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26회, 426회, 1126회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392B"/>
                          </a:solidFill>
                          <a:latin typeface="Apple SD Gothic Neo"/>
                        </a:rPr>
                        <a:t>3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294E"/>
                          </a:solidFill>
                          <a:latin typeface="Apple SD Gothic Neo"/>
                        </a:rPr>
                        <a:t>6번</a:t>
                      </a:r>
                    </a:p>
                  </a:txBody>
                  <a:tcPr anchor="ctr" marT="12700" marB="12700" marL="50800" marR="50800">
                    <a:solidFill>
                      <a:srgbClr val="D4A0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226회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392B"/>
                          </a:solidFill>
                          <a:latin typeface="Apple SD Gothic Neo"/>
                        </a:rPr>
                        <a:t>1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294E"/>
                          </a:solidFill>
                          <a:latin typeface="Apple SD Gothic Neo"/>
                        </a:rPr>
                        <a:t>13번</a:t>
                      </a:r>
                    </a:p>
                  </a:txBody>
                  <a:tcPr anchor="ctr" marT="12700" marB="12700" marL="50800" marR="50800">
                    <a:solidFill>
                      <a:srgbClr val="D4A0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626회, 826회, 1026회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392B"/>
                          </a:solidFill>
                          <a:latin typeface="Apple SD Gothic Neo"/>
                        </a:rPr>
                        <a:t>3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294E"/>
                          </a:solidFill>
                          <a:latin typeface="Apple SD Gothic Neo"/>
                        </a:rPr>
                        <a:t>17번</a:t>
                      </a:r>
                    </a:p>
                  </a:txBody>
                  <a:tcPr anchor="ctr" marT="12700" marB="12700" marL="50800" marR="50800">
                    <a:solidFill>
                      <a:srgbClr val="D4A0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426회, 526회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392B"/>
                          </a:solidFill>
                          <a:latin typeface="Apple SD Gothic Neo"/>
                        </a:rPr>
                        <a:t>2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294E"/>
                          </a:solidFill>
                          <a:latin typeface="Apple SD Gothic Neo"/>
                        </a:rPr>
                        <a:t>26번</a:t>
                      </a:r>
                    </a:p>
                  </a:txBody>
                  <a:tcPr anchor="ctr" marT="12700" marB="12700" marL="50800" marR="50800">
                    <a:solidFill>
                      <a:srgbClr val="D4A0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626회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392B"/>
                          </a:solidFill>
                          <a:latin typeface="Apple SD Gothic Neo"/>
                        </a:rPr>
                        <a:t>1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294E"/>
                          </a:solidFill>
                          <a:latin typeface="Apple SD Gothic Neo"/>
                        </a:rPr>
                        <a:t>28번</a:t>
                      </a:r>
                    </a:p>
                  </a:txBody>
                  <a:tcPr anchor="ctr" marT="12700" marB="12700" marL="50800" marR="50800">
                    <a:solidFill>
                      <a:srgbClr val="D4A0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55555"/>
                          </a:solidFill>
                          <a:latin typeface="Apple SD Gothic Neo"/>
                        </a:rPr>
                        <a:t>(없음)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392B"/>
                          </a:solidFill>
                          <a:latin typeface="Apple SD Gothic Neo"/>
                        </a:rPr>
                        <a:t>0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47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ple SD Gothic Neo"/>
              </a:rPr>
              <a:t>전체 상세 — 회차별 재출현 번호→회차 (1/4)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078992"/>
          <a:ext cx="11750040" cy="553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868680"/>
                <a:gridCol w="9738360"/>
              </a:tblGrid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대상회차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재출현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재출현 번호 → 나온 형제 회차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1226회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pple SD Gothic Neo"/>
                        </a:rPr>
                        <a:t>5개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4→26·426·1126 , 6→226 , 13→626·826·1026 , 17→426·526 , 26→626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1225회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pple SD Gothic Neo"/>
                        </a:rPr>
                        <a:t>6개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8→125·425·825·1025 , 9→1025 , 19→225·725 , 25→1025·1125 , 41→725 , 42→925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1224회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pple SD Gothic Neo"/>
                        </a:rPr>
                        <a:t>6개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9→824·1024 , 18→1024 , 21→324 , 27→24·224·624 , 44→424·924·1024 , 45→524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1223회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pple SD Gothic Neo"/>
                        </a:rPr>
                        <a:t>6개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16→1023 , 18→23·123·223·823·923·1023 , 20→223·723 , 32→323 , 33→23·723 , 39→623·823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1222회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pple SD Gothic Neo"/>
                        </a:rPr>
                        <a:t>5개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4→22·522 , 11→122·1022 , 17→22·122·922 , 32→322 , 41→522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1221회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pple SD Gothic Neo"/>
                        </a:rPr>
                        <a:t>6개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6→21·421·621·1121 , 13→821 , 18→21·321·521 , 28→121·421·721·921 , 30→121 , 36→521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1220회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pple SD Gothic Neo"/>
                        </a:rPr>
                        <a:t>6개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2→620·920·1120 , 22→520·820 , 25→320 , 28→520 , 34→220·420·720·920 , 43→220·920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1219회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pple SD Gothic Neo"/>
                        </a:rPr>
                        <a:t>5개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1→1019·1119 , 2→419 , 28→319·419 , 39→19·1019 , 45→819·1119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1218회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pple SD Gothic Neo"/>
                        </a:rPr>
                        <a:t>6개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3→18·118·1018 , 28→418·818 , 31→918 , 32→18·518·718 , 42→618 , 45→318·1018·1118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1217회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10→117·317 , 20→217·417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1216회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4개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10→316 , 15→1016·1116 , 23→516·616 , 24→16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1215회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pple SD Gothic Neo"/>
                        </a:rPr>
                        <a:t>6개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13→315·915 , 15→215·515 , 19→615 , 21→815 , 44→215·715 , 45→315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1214회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pple SD Gothic Neo"/>
                        </a:rPr>
                        <a:t>5개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10→1114 , 15→314·414·514 , 19→114·314·914·1114 , 27→1014 , 33→14·714·914·1114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1213회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pple SD Gothic Neo"/>
                        </a:rPr>
                        <a:t>6개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5→213·513·713 , 11→613·813·1113 , 25→13 , 27→513·913 , 36→113·1013 , 38→13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1212회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pple SD Gothic Neo"/>
                        </a:rPr>
                        <a:t>6개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5→312·512·912·1012 , 8→912 , 25→12·612 , 31→212·712 , 41→112·412 , 44→1112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1211회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pple SD Gothic Neo"/>
                        </a:rPr>
                        <a:t>6개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23→511 , 26→511·1011 , 27→311·611 , 35→411·711·1011 , 38→1011 , 40→111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1210회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pple SD Gothic Neo"/>
                        </a:rPr>
                        <a:t>5개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1→310·410·910 , 7→110·1110 , 9→10·710·1010 , 17→910 , 27→910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1209회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pple SD Gothic Neo"/>
                        </a:rPr>
                        <a:t>5개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2→9·209·309 , 17→9·809 , 20→209 , 35→509·909 , 39→9·609·709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1208회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27→508 , 30→408·1008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1207회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pple SD Gothic Neo"/>
                        </a:rPr>
                        <a:t>5개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10→807 , 24→407·707 , 27→907 , 38→607·907 , 45→307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1206회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pple SD Gothic Neo"/>
                        </a:rPr>
                        <a:t>6개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1→206·606·1106 , 3→206·706·1106 , 17→1006 , 26→6 , 27→6·406 , 42→6·1106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1205회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pple SD Gothic Neo"/>
                        </a:rPr>
                        <a:t>6개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1→205·405·605·705 , 4→905 , 16→5·905·1105 , 23→305 , 31→805 , 41→5·105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1204회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pple SD Gothic Neo"/>
                        </a:rPr>
                        <a:t>5개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8→704·904 , 16→304 , 30→4·1004·1104 , 31→4 , 44→104·504·1004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1203회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3개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3→203 , 29→1003·1103 , 39→1003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9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1202회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pple SD Gothic Neo"/>
                        </a:rPr>
                        <a:t>6개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5→402 , 12→202·802 , 21→2 , 33→202·1002 , 37→1102 , 40→102·502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47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ple SD Gothic Neo"/>
              </a:rPr>
              <a:t>전체 상세 — 회차별 재출현 번호→회차 (2/4)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078992"/>
          <a:ext cx="11750040" cy="553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868680"/>
                <a:gridCol w="9738360"/>
              </a:tblGrid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대상회차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재출현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재출현 번호 → 나온 형제 회차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1201회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4개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7→301·1101 , 24→201 , 35→101·601 , 36→701·1101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1200회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pple SD Gothic Neo"/>
                        </a:rPr>
                        <a:t>6개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1→100·800 , 2→1000 , 4→500·800 , 16→900 , 20→200·500 , 32→1000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1199회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3개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16→699 , 25→199·299 , 30→199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1198회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4개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33→598·698 , 38→598 , 39→498 , 41→198·498·1098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1197회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pple SD Gothic Neo"/>
                        </a:rPr>
                        <a:t>5개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5→697·797 , 7→97·197·897·997 , 26→897 , 28→297 , 43→497·597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1196회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pple SD Gothic Neo"/>
                        </a:rPr>
                        <a:t>6개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8→96·296 , 12→596·896·1096 , 15→296·996 , 29→496 , 40→396·796 , 45→196·296·396·896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1195회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pple SD Gothic Neo"/>
                        </a:rPr>
                        <a:t>5개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3→795 , 15→395 , 27→95·495 , 33→695 , 34→95·495·695·795·1095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1194회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pple SD Gothic Neo"/>
                        </a:rPr>
                        <a:t>6개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3→994 , 13→394·594 , 15→194·494·694·1094 , 24→994 , 33→694 , 37→294·594·894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1193회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pple SD Gothic Neo"/>
                        </a:rPr>
                        <a:t>5개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6→93·193·693·993 , 9→293·393·593 , 16→393·993 , 24→93·593·993 , 28→393·693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1192회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36→92·692·792 , 40→492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1191회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pple SD Gothic Neo"/>
                        </a:rPr>
                        <a:t>5개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1→91 , 11→391 , 12→791 , 20→291·1091 , 41→891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1190회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4개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7→490 , 19→790·1090 , 26→490·990 , 45→290·590·1090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1189회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pple SD Gothic Neo"/>
                        </a:rPr>
                        <a:t>5개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19→689·789 , 29→89·889·989 , 35→189 , 37→189·289·1089 , 38→289·589·689·889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1188회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pple SD Gothic Neo"/>
                        </a:rPr>
                        <a:t>5개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3→888 , 12→288·888 , 19→188·788 , 22→588·688·1088 , 27→188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1187회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pple SD Gothic Neo"/>
                        </a:rPr>
                        <a:t>6개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5→787 , 13→687·787·1087 , 26→387 , 29→187·587·987 , 37→287·487·587 , 40→387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1186회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4개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2→86·486·586 , 16→786·986·1086 , 23→486·886 , 28→886·986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1185회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pple SD Gothic Neo"/>
                        </a:rPr>
                        <a:t>6개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6→85·585·685·785 , 17→485·985·1085 , 22→485 , 28→685 , 29→385 , 32→385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1184회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pple SD Gothic Neo"/>
                        </a:rPr>
                        <a:t>6개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14→884 , 16→84·184 , 23→84·784·884·984 , 25→684 , 31→784 , 37→884·984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1183회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pple SD Gothic Neo"/>
                        </a:rPr>
                        <a:t>5개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4→383 , 15→83·383·483·783·1083 , 17→83·583·783 , 23→983 , 27→583·683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1182회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pple SD Gothic Neo"/>
                        </a:rPr>
                        <a:t>5개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1→82·482 , 13→182·982 , 21→982·1082 , 25→482 , 31→282·782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1181회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pple SD Gothic Neo"/>
                        </a:rPr>
                        <a:t>5개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10→381 , 14→181·281·581 , 20→81·381·581·881 , 33→81 , 41→281·481·981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1180회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18→80 , 37→280·380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1179회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pple SD Gothic Neo"/>
                        </a:rPr>
                        <a:t>6개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3→79·679 , 16→279·979 , 18→1079 , 24→79·779·1079 , 40→379 , 44→479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1178회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4개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5→178·378·578·678 , 6→678·778·878·1078 , 11→178·278·878·1078 , 43→278·478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9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1177회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3개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15→277·677 , 16→177·577 , 43→77·177·377·877·1077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47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ple SD Gothic Neo"/>
              </a:rPr>
              <a:t>전체 상세 — 회차별 재출현 번호→회차 (3/4)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078992"/>
          <a:ext cx="11750040" cy="553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868680"/>
                <a:gridCol w="9738360"/>
              </a:tblGrid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대상회차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재출현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재출현 번호 → 나온 형제 회차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1176회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pple SD Gothic Neo"/>
                        </a:rPr>
                        <a:t>6개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7→1076 , 9→476·776·1076 , 11→376·576 , 21→276·776·876 , 30→176 , 35→576·976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1175회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4개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4→375 , 8→375·575·675·975 , 32→75 , 42→775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1174회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4개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11→374·974 , 14→174·274·574·674 , 17→74·374 , 39→174·274·974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1173회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pple SD Gothic Neo"/>
                        </a:rPr>
                        <a:t>6개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1→273 , 5→873 , 18→73·1073 , 20→473·573 , 30→173·1073 , 35→573·773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1172회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3개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7→272 , 9→272 , 24→172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1171회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pple SD Gothic Neo"/>
                        </a:rPr>
                        <a:t>6개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3→271 , 6→471·771·871·971 , 7→371·671 , 11→571·1071 , 12→71·871 , 17→771·971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1170회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4개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3→1070 , 13→170 , 28→70·970 , 42→170·370·470·870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1169회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4개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5→69·269·769 , 24→569 , 39→69·869 , 42→269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1168회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pple SD Gothic Neo"/>
                        </a:rPr>
                        <a:t>5개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21→368 , 24→268·368·668·968 , 30→368·768 , 33→1068 , 37→468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1167회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pple SD Gothic Neo"/>
                        </a:rPr>
                        <a:t>5개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8→267 , 23→1067 , 31→767 , 39→167 , 40→467·867·967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1166회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pple SD Gothic Neo"/>
                        </a:rPr>
                        <a:t>5개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23→466 , 25→566·966 , 27→166·366 , 29→866·966 , 42→266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1165회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pple SD Gothic Neo"/>
                        </a:rPr>
                        <a:t>5개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6→665 , 27→565 , 29→965 , 38→265·465·665 , 45→565·865·1065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1164회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4개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18→64·1064 , 25→564·864 , 38→964 , 39→164·964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1163회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3개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16→563·763·863 , 33→463 , 43→763·863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1162회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pple SD Gothic Neo"/>
                        </a:rPr>
                        <a:t>6개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20→462·562·1062 , 21→162·762 , 22→362 , 25→162·262 , 28→962 , 29→62·262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1161회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pple SD Gothic Neo"/>
                        </a:rPr>
                        <a:t>6개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2→661 , 12→661 , 20→661·961 , 24→361·761·1061 , 34→161 , 42→161·561·761·961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1160회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pple SD Gothic Neo"/>
                        </a:rPr>
                        <a:t>5개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7→160·260 , 18→860·960 , 36→60 , 39→60·160·660 , 45→460·560·960·1060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1159회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4개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9→759 , 27→659 , 38→859 , 39→59·859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1158회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pple SD Gothic Neo"/>
                        </a:rPr>
                        <a:t>6개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21→158·358 , 25→58·658·1058 , 27→258 , 32→458·658·858·1058 , 37→958 , 38→258·858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1157회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4개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7→57·757 , 20→557 , 25→57 , 26→157·557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1156회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4개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30→56·156·556 , 31→56·656 , 41→856·956 , 45→156·356·1056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1155회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pple SD Gothic Neo"/>
                        </a:rPr>
                        <a:t>5개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16→155 , 19→155·455·855 , 27→255 , 37→55·655 , 38→655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1154회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4개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8→54·754 , 26→654·954 , 32→554·854 , 38→454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1153회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3개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9→953 , 13→153 , 44→853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9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1152회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4개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30→452·852 , 31→252 , 32→452·552 , 35→552·852·1052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47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ple SD Gothic Neo"/>
              </a:rPr>
              <a:t>전체 상세 — 회차별 재출현 번호→회차 (4/4)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078992"/>
          <a:ext cx="11750040" cy="553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868680"/>
                <a:gridCol w="9738360"/>
              </a:tblGrid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대상회차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재출현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재출현 번호 → 나온 형제 회차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1151회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pple SD Gothic Neo"/>
                        </a:rPr>
                        <a:t>5개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2→51·151·951 , 3→51·551·751 , 15→451 , 27→351·551 , 29→351·651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1150회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pple SD Gothic Neo"/>
                        </a:rPr>
                        <a:t>5개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8→350 , 18→150·350 , 35→1050 , 39→150·850 , 45→250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1149회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4개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8→249 , 19→49 , 21→149·649·949·1049 , 36→949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1148회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pple SD Gothic Neo"/>
                        </a:rPr>
                        <a:t>5개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3→248·348·448·748 , 6→48·1048 , 13→448·548·648·748·948 , 16→848 , 22→748·848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1147회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4개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7→447·547·747 , 24→647 , 26→47·847 , 27→347·947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1146회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pple SD Gothic Neo"/>
                        </a:rPr>
                        <a:t>5개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11→446 , 17→546 , 19→146·946 , 40→946 , 43→546·646·846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1145회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pple SD Gothic Neo"/>
                        </a:rPr>
                        <a:t>6개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2→145·745 , 11→245 , 31→245 , 33→45·845·945 , 37→945 , 44→145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1144회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pple SD Gothic Neo"/>
                        </a:rPr>
                        <a:t>6개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3→44 , 4→144 , 12→1044 , 15→144·344·744·844 , 26→144·1044 , 34→344·744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1143회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pple SD Gothic Neo"/>
                        </a:rPr>
                        <a:t>5개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10→343·443 , 17→243·343 , 27→143 , 28→143·243 , 36→943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1142회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4개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8→642·742 , 30→142 , 37→742 , 41→542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1141회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pple SD Gothic Neo"/>
                        </a:rPr>
                        <a:t>6개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7→1041 , 11→641·841·1041 , 12→141·941 , 21→641·741 , 26→541 , 35→41·241·441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1140회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pple SD Gothic Neo"/>
                        </a:rPr>
                        <a:t>6개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7→40 , 10→240·440 , 22→440·940 , 29→340·840·1040 , 31→1040 , 38→340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1139회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pple SD Gothic Neo"/>
                        </a:rPr>
                        <a:t>5개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12→839 , 15→39·139·239·639 , 30→339·439 , 37→339·439 , 40→439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1138회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pple SD Gothic Neo"/>
                        </a:rPr>
                        <a:t>5개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14→838 , 16→38·938·1038 , 20→438 , 29→438 , 34→238·338·538·638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1137회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pple SD Gothic Neo"/>
                        </a:rPr>
                        <a:t>5개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9→137 , 12→537 , 15→737·1037 , 33→37·837·1037 , 45→837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1136회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pple SD Gothic Neo"/>
                        </a:rPr>
                        <a:t>5개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21→736 , 33→436 , 35→336 , 42→136 , 44→336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1135회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4개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6→135 , 13→635·735·835 , 21→235 , 33→635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1134회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4개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3→134·434·934 , 9→34 , 13→234·334·434 , 24→234·434·534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1133회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pple SD Gothic Neo"/>
                        </a:rPr>
                        <a:t>5개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13→233 , 14→333·533 , 20→633·1033 , 28→233 , 29→433·933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1132회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4개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6→32·932·1032 , 19→32·832·1032 , 34→32·132·332 , 41→132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1131회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pple SD Gothic Neo"/>
                        </a:rPr>
                        <a:t>6개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1→531·631 , 2→631·731 , 6→1031 , 14→131·331·931 , 27→531 , 38→431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1130회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pple SD Gothic Neo"/>
                        </a:rPr>
                        <a:t>5개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15→730 , 19→130·330 , 21→630·930 , 25→930 , 27→130·530·630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1129회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pple SD Gothic Neo"/>
                        </a:rPr>
                        <a:t>5개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5→29·229·829 , 11→229·729 , 17→329·729 , 28→129·429·629 , 34→29·429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1128회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4개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1→328·628 , 5→528·1028 , 16→328·428 , 28→328·928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9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1127회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pple SD Gothic Neo"/>
                        </a:rPr>
                        <a:t>6개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10→127·727 , 15→227·427·927 , 24→427 , 30→427 , 31→627·727 , 37→27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