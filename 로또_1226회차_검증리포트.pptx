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1226회차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1225회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48/298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46/331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40/289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70/525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49/412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39/336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11.21%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8.45%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6.98%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1226회차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03 15 20 21 28 38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125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20 21 23 28 34 38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164 · 홀2:짝4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12 20 21 24 28 38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143 · 홀1:짝5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20 21 28 30 33 38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170 · 홀2:짝4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05 18 20 21 28 38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130 · 홀2:짝4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100회 · 1126~1225회)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1226회 − 마지막 재출현회차  ·  ◎ = 다음간격 과거 3회↑ 반복 / ○ = 주기보유 / − = 없음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5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1">
                <a:solidFill>
                  <a:srgbClr val="C00000"/>
                </a:solidFill>
              </a:rPr>
              <a:t>◎ 1226회 재출현 가능성 높음 (다음간격이 과거 3회 이상 반복): 21번(순위11·다음간격2·과거4회반복)  38번(순위23·다음간격3·과거4회반복)  20번(순위31·다음간격6·과거3회반복)  28번(순위43·다음간격1·과거3회반복)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6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6(1131→1137),2(1137→1139),25(1139→1164),2(1164→1166),17(1166→1183),5(1183→1188),11(1188→1199),8(1199→1207),3(1207→1210),7(1210→1217),4(1217→1221),3(1221→1224)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7(1127→1134),1(1134→1135),8(1135→1143),30(1143→1173),7(1173→1180),12(1180→1192),9(1192→1201),6(1201→1207),8(1207→1215),4(1215→1219),5(1219→1224)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23(1128→1151),9(1151→1160),5(1160→1165),13(1165→1178),3(1178→1181),1(1181→1182),1(1182→1183),11(1183→1194),2(1194→1196),5(1196→1201),15(1201→1216),8(1216→1224)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2(1133→1135),5(1135→1140),17(1140→1157),4(1157→1161),3(1161→1164),15(1164→1179),3(1179→1182),4(1182→1186),6(1186→1192),1(1192→1193),2(1193→1195),4(1195→1199),4(1199→1203),2(1203→1205),13(1205→1218),4(1218→1222),3(1222→1225)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,11(1128→1139),6(1139→1145),5(1145→1150),1(1150→1151),1(1151→1152),5(1152→1157),1(1157→1158),4(1158→1162),1(1162→1163),2(1163→1165),2(1165→1167),1(1167→1168),11(1168→1179),2(1179→1181),7(1181→1188),5(1188→1193),3(1193→1196),6(1196→1202),12(1202→1214),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1(1134→1135),9(1135→1144),3(1144→1147),2(1147→1149),10(1149→1159),3(1159→1162),3(1162→1165),9(1165→1174),6(1174→1180),14(1180→1194),3(1194→1197),4(1197→1201),8(1201→1209),9(1209→1218),7(1218→1225)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4(1130→1134),33(1134→1167),9(1167→1176),1(1176→1177),6(1177→1183),11(1183→1194),4(1194→1198),2(1198→1200),2(1200→1202),1(1202→1203),3(1203→1206),15(1206→1221)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9(1132→1141),21(1141→1162),6(1162→1168),12(1168→1180),4(1180→1184),25(1184→1209),1(1209→1210),10(1210→1220)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1(1133→1134),3(1134→1137),16(1137→1153),5(1153→1158),11(1158→1169),2(1169→1171),2(1171→1173),26(1173→1199),5(1199→1204),8(1204→1212),8(1212→1220)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5(1132→1137),4(1137→1141),6(1141→1147),4(1147→1151),4(1151→1155),17(1155→1172),3(1172→1175),2(1175→1177),11(1177→1188),19(1188→1207),4(1207→1211),3(1211→1214)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7(1136→1143),4(1143→1147),2(1147→1149),8(1149→1157),2(1157→1159),3(1159→1162),4(1162→1166),4(1166→1170),13(1170→1183),8(1183→1191),2(1191→1193),22(1193→1215),4(1215→1219),2(1219→1221),3(1221→1224)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18(1130→1148),4(1148→1152),6(1152→1158),38(1158→1196),5(1196→1201),11(1201→1212),3(1212→1215)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25(1131→1156),4(1156→1160),13(1160→1173),1(1173→1174),6(1174→1180),12(1180→1192),17(1192→1209),1(1209→1210),3(1210→1213),6(1213→1219),2(1219→1221)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14(1128→1142),2(1142→1144),2(1144→1146),1(1146→1147),3(1147→1150),9(1150→1159),10(1159→1169),4(1169→1173),3(1173→1176),7(1176→1183),5(1183→1188),1(1188→1189),9(1189→1198),2(1198→1200),13(1200→1213),1(1213→1214),2(1214→1216),1(1216→1217)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23(1126→1149),2(1149→1151),5(1151→1156),33(1156→1189),2(1189→1191),4(1191→1195),13(1195→1208),10(1208→1218),3(1218→1221)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100회 · 1126~1225회)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9(1127→1136),1(1136→1137),3(1137→1140),1(1140→1141),4(1141→1145),7(1145→1152),3(1152→1155),13(1155→1168),3(1168→1171),14(1171→1185),4(1185→1189),7(1189→1196),6(1196→1202),1(1202→1203),1(1203→1204),1(1204→1205),9(1205→1214),5(1214→1219)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5(1126→1131),5(1131→1136),3(1136→1139),9(1139→1148),2(1148→1150),18(1150→1168),3(1168→1171),6(1171→1177),13(1177→1190),1(1190→1191),6(1191→1197),3(1197→1200),1(1200→1201),5(1201→1206),5(1206→1211),1(1211→1212)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16(1127→1143),2(1143→1145),5(1145→1150),2(1150→1152),3(1152→1155),1(1155→1156),4(1156→1160),10(1160→1170),5(1170→1175),3(1175→1178),1(1178→1179),6(1179→1185),15(1185→1200),3(1200→1203),5(1203→1208),8(1208→1216),6(1216→1222)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6(1130→1136),2(1136→1138),1(1138→1139),5(1139→1144),14(1144→1158),7(1158→1165),3(1165→1168),4(1168→1172),10(1172→1182),1(1182→1183),10(1183→1193),1(1193→1194),1(1194→1195),3(1195→1198),1(1198→1199)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6(1131→1137),2(1137→1139),5(1139→1144),4(1144→1148),4(1148→1152),1(1152→1153),7(1153→1160),3(1160→1163),25(1163→1188),9(1188→1197),1(1197→1198),10(1198→1208),7(1208→1215),8(1215→1223),2(1223→1225)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3(1127→1130),12(1130→1142),4(1142→1146),2(1146→1148),2(1148→1150),5(1150→1155),16(1155→1171),5(1171→1176),5(1176→1181),1(1181→1182),22(1182→1204),5(1204→1209),2(1209→1211)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13(1129→1142),7(1142→1149),7(1149→1156),3(1156→1159),1(1159→1160),4(1160→1164),31(1164→1195),12(1195→1207),7(1207→1214),8(1214→1222)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3(1140→1143),20(1143→1163),1(1163→1164),5(1164→1169),18(1169→1187),3(1187→1190),3(1190→1193),2(1193→1195),3(1195→1198),16(1198→1214),9(1214→1223)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13(1131→1144),4(1144→1148),1(1148→1149),5(1149→1154),4(1154→1158),9(1158→1167),23(1167→1190),6(1190→1196),1(1196→1197),2(1197→1199),17(1199→1216),7(1216→1223)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8(1140→1148),4(1148→1152),18(1152→1170),5(1170→1175),10(1175→1185),39(1185→1224)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4(1132→1136),30(1136→1166),9(1166→1175),10(1175→1185),6(1185→1191),1(1191→1192),1(1192→1193),13(1193→1206),2(1206→1208),5(1208→1213)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2(1135→1137),1(1137→1138),4(1138→1142),24(1142→1166),9(1166→1175),14(1175→1189),1(1189→1190),1(1190→1191),1(1191→1192),15(1192→1207),4(1207→1211),1(1211→1212),7(1212→1219)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3(1143→1146),1(1146→1147),4(1147→1151),3(1151→1154),3(1154→1157),3(1157→1160),10(1160→1170),12(1170→1182),17(1182→1199),8(1199→1207),9(1207→1216),2(1216→1218)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1(1127→1128),3(1128→1131),8(1131→1139),3(1139→1142),19(1142→1161),6(1161→1167),10(1167→1177),1(1177→1178),31(1178→1209),16(1209→1225)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18(1146→1164),5(1164→1169),16(1169→1185),2(1185→1187),23(1187→1210),3(1210→1213),2(1213→1215)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100회 · 1126~1225회)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2(1130→1132),2(1132→1134),6(1134→1140),3(1140→1143),15(1143→1158),3(1158→1161),1(1161→1162),2(1162→1164),6(1164→1170),14(1170→1184),6(1184→1190),8(1190→1198),5(1198→1203),2(1203→1205),13(1205→1218),2(1218→1220)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18(1135→1153),1(1153→1154),18(1154→1172),2(1172→1174),12(1174→1186),1(1186→1187),15(1187→1202),4(1202→1206),2(1206→1208),15(1208→1223),1(1223→1224)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,2(1138→1140),1(1140→1141),1(1141→1142),2(1142→1144),3(1144→1147),10(1147→1157),2(1157→1159),7(1159→1166),6(1166→1172),2(1172→1174),12(1174→1186),20(1186→1206),3(1206→1209),2(1209→1211),2(1211→1213),5(1213→1218),2(1218→1220),5(1220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20(1133→1153),3(1153→1156),15(1156→1171),8(1171→1179),2(1179→1181),8(1181→1189),5(1189→1194),8(1194→1202),3(1202→1205),6(1205→1211),1(1211→1212),5(1212→1217),2(1217→1219)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4(1134→1138),25(1138→1163),6(1163→1169),20(1169→1189),6(1189→1195),5(1195→1200),12(1200→1212)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3(1126→1129),4(1129→1133),12(1133→1145),16(1145→1161),1(1161→1162),14(1162→1176),1(1176→1177),4(1177→1181),1(1181→1182),2(1182→1184),3(1184→1187),7(1187→1194),11(1194→1205),17(1205→1222)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3(1129→1132),1(1132→1133),5(1133→1138),7(1138→1145),9(1145→1154),1(1154→1155),10(1155→1165),6(1165→1171),15(1171→1186),4(1186→1190),14(1190→1204),4(1204→1208),14(1208→1222)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12(1129→1141),5(1141→1146),7(1146→1153),1(1153→1154),22(1154→1176),8(1176→1184),16(1184→1200),2(1200→1202)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3(1126→1129),4(1129→1133),21(1133→1154),2(1154→1156),1(1156→1157),6(1157→1163),7(1163→1170),4(1170→1174),4(1174→1178),6(1178→1184),1(1184→1185),18(1185→1203)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10(1128→1138),29(1138→1167),6(1167→1173),1(1173→1174),10(1174→1184),3(1184→1187),17(1187→1204),2(1204→1206),17(1206→1223)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8(1151→1159),2(1159→1161),5(1161→1166),10(1166→1176),2(1176→1178),1(1178→1179),18(1179→1197),8(1197→1205),12(1205→1217),3(1217→1220)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13(1132→1145),4(1145→1149),20(1149→1169),3(1169→1172),3(1172→1175),5(1175→1180),17(1180→1197),7(1197→1204)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3(1127→1130),20(1130→1150),3(1150→1153),19(1153→1172),1(1172→1173),8(1173→1181),5(1181→1186),1(1186→1187),1(1187→1188),3(1188→1191),10(1191→1201),9(1201→1210),6(1210→1216),4(1216→1220),5(1220→1225)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20(1126→1146),15(1146→1161),2(1161→1163),2(1163→1165),2(1165→1167),19(1167→1186),6(1186→1192),4(1192→1196),14(1196→1210),7(1210→1217),4(1217→1221),1(1221→1222)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6(1129→1135),1(1135→1136),5(1136→1141),14(1141→1155),13(1155→1168),9(1168→1177),1(1177→1178),1(1178→1179),1(1179→1180),33(1180→1213),2(1213→1215),2(1215→1217)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