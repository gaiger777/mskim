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1228회차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1227회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+2.28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+2.11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23.91%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11/46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20.29%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14/69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19/114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15.36%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45/293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32/205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14.81%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46/333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69/525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54/418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12.54%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36/287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12.57%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43/342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9.09%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4/44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11.38%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28/246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10.95%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10.37%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17/164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13.00%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3의배수, 커스텀패턴,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커스텀패턴,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대각선(주기),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1228회차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01 11 14 24 36 42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128 · 홀2:짝4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01 07 11 14 33 36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102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01 07 14 18 24 36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100 · 홀2:짝4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01 03 07 11 36 42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100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07 11 15 24 36 42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135 · 홀3:짝3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1033~1227회)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1228회 − 마지막 재출현회차  ·  ◎ = 다음간격 과거 5회↑ 반복 / ○ = 주기보유 / − = 없음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1228회 재출현 유력 번호 (17개, 다음간격 과거 5회↑ 반복): 42, 11, 14, 1, 7, 3, 20, 23, 29, 18, 12, 2, 6, 45, 26, 32, 8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(1039→1048),12(1048→1060),5(1060→1065),7(1065→1072),2(1072→1074),22(1074→1096),2(1096→1098),4(1098→1102),7(1102→1109),4(1109→1113),5(1113→1118),7(1118→1125),6(1125→1131),4(1131→1135),2(1135→1137),2(1137→1139),4(1139→1143),21(1143→1164),2(1164→1166),7(1166→1173),28(1173→1201),6(1201→1207),10(1207→1217),7(1217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9(1047→1056),5(1056→1061),15(1061→1076),6(1076→1082),6(1082→1088),13(1088→1101),20(1101→1121),3(1121→1124),3(1124→1127),7(1127→1134),44(1134→1178),10(1178→1188),4(1188→1192),7(1192→1199),8(1199→1207),8(1207→1215),9(1215→1224)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(1034→1035),2(1035→1037),1(1037→1038),1(1038→1039),6(1039→1045),14(1045→1059),1(1059→1060),23(1060→1083),5(1083→1088),4(1088→1092),6(1092→1098),32(1098→1130),3(1130→1133),18(1133→1151),9(1151→1160),5(1160→1165),14(1165→1179),2(1179→1181),2(1181→1183),10(1183→1193),1(1193→1194),1(1194→1195),1(1195→1196),5(1196→1201),15(1201→1216),5(1216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(1041→1052),30(1052→1082),3(1082→1085),7(1085→1092),59(1092→1151),2(1151→1153),4(1153→1157),1(1157→1158),3(1158→1161),2(1161→1163),5(1163→1168),11(1168→1179),1(1179→1180),2(1180→1182),1(1182→1183),10(1183→1193),3(1193→1196),22(1196→1218),3(1218→1221),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(1039→1043),3(1043→1046),23(1046→1069),2(1069→1071),8(1071→1079),1(1079→1080),10(1080→1090),1(1090→1091),3(1091→1094),3(1094→1097),12(1097→1109),3(1109→1112),10(1112→1122),4(1122→1126),13(1126→1139),1(1139→1140),4(1140→1144),1(1144→1145),5(1145→1150),9(1150→1159),3(1159→1162),2(1162→1164),1(1164→1165),2(1165→1167),1(1167→1168),6(1168→1174),2(1174→1176),1(1176→1177),11(1177→1188),6(1188→1194),5(1194→1199),4(1199→1203),7(1203→1210),4(1210→1214),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(1033→1036),1(1036→1037),3(1037→1040),1(1040→1041),10(1041→1051),4(1051→1055),15(1055→1070),9(1070→1079),4(1079→1083),6(1083→1089),3(1089→1092),1(1092→1093),12(1093→1105),2(1105→1107),8(1107→1115),1(1115→1116),18(1116→1134),1(1134→1135),14(1135→1149),3(1149→1152),10(1152→1162),3(1162→1165),17(1165→1182),12(1182→1194),7(1194→1201),1(1201→1202),7(1202→1209),4(1209→1213),5(1213→1218),7(1218→1225),1(1225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,10(1054→1064),18(1064→1082),2(1082→1084),2(1084→1086),3(1086→1089),5(1089→1094),5(1094→1099),5(1099→1104),2(1104→1106),10(1106→1116),1(1116→1117),1(1117→1118),16(1118→1134),1(1134→1135),12(1135→1147),10(1147→1157),10(1157→1167),19(1167→1186),6(1186→1192),8(1192→1200),2(1200→1202),1(1202→1203),3(1203→1206),12(1206→1218),4(1218→1222),1(1222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(1041→1042),8(1042→1050),4(1050→1054),1(1054→1055),6(1055→1061),3(1061→1064),3(1064→1067),8(1067→1075),6(1075→1081),3(1081→1084),17(1084→1101),3(1101→1104),1(1104→1105),1(1105→1106),10(1106→1116),1(1116→1117),15(1117→1132),1(1132→1133),1(1133→1134),3(1134→1137),4(1137→1141),21(1141→1162),4(1162→1166),3(1166→1169),14(1169→1183),21(1183→1204),6(1204→1210),1(1210→1211),1(1211→1212),14(1212→1226),1(1226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,4(1042→1046),7(1046→1053),7(1053→1060),6(1060→1066),1(1066→1067),10(1067→1077),7(1077→1084),6(1084→1090),1(1090→1091),26(1091→1117),5(1117→1122),6(1122→1128),8(1128→1136),1(1136→1137),10(1137→1147),11(1147→1158),13(1158→1171),1(1171→1172),35(1172→1207),1(1207→1208),17(1208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(1033→1035),16(1035→1051),7(1051→1058),3(1058→1061),15(1061→1076),19(1076→1095),5(1095→1100),1(1100→1101),7(1101→1108),2(1108→1110),2(1110→1112),7(1112→1119),1(1119→1120),4(1120→1124),4(1124→1128),3(1128→1131),10(1131→1141),8(1141→1149),2(1149→1151),6(1151→1157),2(1157→1159),18(1159→1177),3(1177→1180),8(1180→1188),3(1188→1191),2(1191→1193),6(1193→1199),12(1199→1211),1(1211→1212),8(1212→1220)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(1041→1044),1(1044→1045),5(1045→1050),18(1050→1068),10(1068→1078),2(1078→1080),12(1080→1092),9(1092→1101),2(1101→1103),1(1103→1104),21(1104→1125),5(1125→1130),17(1130→1147),15(1147→1162),8(1162→1170),3(1170→1173),7(1173→1180),18(1180→1198),3(1198→1201),8(1201→1209),5(1209→1214),1(1214→1215),4(1215→1219),1(1219→1220),1(1220→1221),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,11(1038→1049),15(1049→1064),9(1064→1073),7(1073→1080),1(1080→1081),10(1081→1091),5(1091→1096),1(1096→1097),6(1097→1103),11(1103→1114),34(1114→1148),7(1148→1155),3(1155→1158),15(1158→1173),3(1173→1176),7(1176→1183),6(1183→1189),6(1189→1195),1(1195→1196),1(1196→1197),1(1197→1198),7(1198→1205),10(1205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(1041→1047),7(1047→1054),2(1054→1056),7(1056→1063),10(1063→1073),2(1073→1075),4(1075→1079),11(1079→1090),5(1090→1095),5(1095→1100),10(1100→1110),1(1110→1111),8(1111→1119),3(1119→1122),6(1122→1128),15(1128→1143),13(1143→1156),3(1156→1159),1(1159→1160),14(1160→1174),18(1174→1192),13(1192→1205),5(1205→1210),7(1210→1217),4(1217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,3(1050→1053),1(1053→1054),11(1054→1065),5(1065→1070),1(1070→1071),16(1071→1087),1(1087→1088),21(1088→1109),10(1109→1119),7(1119→1126),1(1126→1127),9(1127→1136),6(1136→1142),4(1142→1146),1(1146→1147),3(1147→1150),1(1150→1151),1(1151→1152),17(1152→1169),12(1169→1181),7(1181→1188),1(1188→1189),2(1189→1191),9(1191→1200),8(1200→1208),5(1208→1213),6(1213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,1(1045→1046),1(1046→1047),1(1047→1048),16(1048→1064),1(1064→1065),6(1065→1071),5(1071→1076),2(1076→1078),5(1078→1083),3(1083→1086),4(1086→1090),3(1090→1093),12(1093→1105),2(1105→1107),4(1107→1111),1(1111→1112),24(1112→1136),1(1136→1137),12(1137→1149),7(1149→1156),15(1156→1171),2(1171→1173),30(1173→1203),1(1203→1204),2(1204→1206),3(1206→1209),5(1209→1214),7(1214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1033~1227회)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(1033→1039),5(1039→1044),9(1044→1053),3(1053→1056),36(1056→1092),9(1092→1101),3(1101→1104),2(1104→1106),5(1106→1111),20(1111→1131),9(1131→1140),1(1140→1141),14(1141→1155),13(1155→1168),3(1168→1171),1(1171→1172),6(1172→1178),5(1178→1183),1(1183→1184),1(1184→1185),6(1185→1191),5(1191→1196),1(1196→1197),4(1197→1201),1(1201→1202),8(1202→1210),2(1210→1212),4(1212→1216)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,11(1048→1059),27(1059→1086),21(1086→1107),3(1107→1110),4(1110→1114),2(1114→1116),4(1116→1120),1(1120→1121),5(1121→1126),10(1126→1136),3(1136→1139),5(1139→1144),1(1144→1145),3(1145→1148),2(1148→1150),18(1150→1168),9(1168→1177),13(1177→1190),10(1190→1200),11(1200→1211),3(1211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,1(1057→1058),5(1058→1063),8(1063→1071),3(1071→1074),2(1074→1076),23(1076→1099),22(1099→1121),6(1121→1127),3(1127→1130),13(1130→1143),1(1143→1144),1(1144→1145),5(1145→1150),2(1150→1152),3(1152→1155),1(1155→1156),4(1156→1160),10(1160→1170),9(1170→1179),3(1179→1182),1(1182→1183),5(1183→1188),6(1188→1194),4(1194→1198),1(1198→1199),1(1199→1200),3(1200→1203),13(1203→1216),3(1216→1219),3(1219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(1035→1050),4(1050→1054),8(1054→1062),2(1062→1064),2(1064→1066),7(1066→1073),5(1073→1078),2(1078→1080),2(1080→1082),16(1082→1098),17(1098→1115),6(1115→1121),16(1121→1137),1(1137→1138),1(1138→1139),14(1139→1153),5(1153→1158),7(1158→1165),3(1165→1168),7(1168→1175),18(1175→1193),2(1193→1195),2(1195→1197),1(1197→1198),10(1198→1208)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(1040→1047),2(1047→1049),2(1049→1051),10(1051→1061),2(1061→1063),15(1063→1078),3(1078→1081),6(1081→1087),2(1087→1089),2(1089→1091),27(1091→1118),7(1118→1125),4(1125→1129),1(1129→1130),1(1130→1131),8(1131→1139),9(1139→1148),4(1148→1152),8(1152→1160),3(1160→1163),17(1163→1180),1(1180→1181),8(1181→1189),9(1189→1198),11(1198→1209),6(1209→1215),8(1215→1223),2(1223→1225),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(1034→1038),7(1038→1045),4(1045→1049),8(1049→1057),13(1057→1070),2(1070→1072),5(1072→1077),3(1077→1080),6(1080→1086),3(1086→1089),5(1089→1094),2(1094→1096),7(1096→1103),5(1103→1108),4(1108→1112),12(1112→1124),3(1124→1127),15(1127→1142),4(1142→1146),2(1146→1148),2(1148→1150),5(1150→1155),4(1155→1159),12(1159→1171),11(1171→1182),22(1182→1204)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,6(1056→1062),16(1062→1078),7(1078→1085),10(1085→1095),5(1095→1100),5(1100→1105),5(1105→1110),13(1110→1123),2(1123→1125),15(1125→1140),2(1140→1142),10(1142→1152),4(1152→1156),4(1156→1160),4(1160→1164),21(1164→1185),5(1185→1190),3(1190→1193),2(1193→1195),12(1195→1207),7(1207→1214),8(1214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(1034→1043),1(1043→1044),5(1044→1049),10(1049→1059),6(1059→1065),3(1065→1068),2(1068→1070),2(1070→1072),5(1072→1077),5(1077→1082),8(1082→1090),3(1090→1093),16(1093→1109),34(1109→1143),1(1143→1144),5(1144→1149),5(1149→1154),9(1154→1163),1(1163→1164),5(1164→1169),6(1169→1175),12(1175→1187),3(1187→1190),2(1190→1192),3(1192→1195),19(1195→1214),9(1214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(1033→1043),5(1043→1048),7(1048→1055),2(1055→1057),3(1057→1060),1(1060→1061),6(1061→1067),16(1067→1083),9(1083→1092),1(1092→1093),17(1093→1110),7(1110→1117),5(1117→1122),1(1122→1123),9(1123→1132),5(1132→1137),3(1137→1140),8(1140→1148),1(1148→1149),9(1149→1158),9(1158→1167),8(1167→1175),1(1175→1176),9(1176→1185),8(1185→1193),3(1193→1196),3(1196→1199),9(1199→1208),8(1208→1216),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4(1038→1042),9(1042→1051),6(1051→1057),1(1057→1058),4(1058→1062),10(1062→1072),10(1072→1082),8(1082→1090),21(1090→1111),4(1111→1115),2(1115→1117),5(1117→1122),26(1122→1148),22(1148→1170),5(1170→1175),31(1175→1206),18(1206→1224)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14(1053→1067),3(1067→1070),29(1070→1099),32(1099→1131),5(1131→1136),30(1136→1166),9(1166→1175),2(1175→1177),5(1177→1182),3(1182→1185),6(1185→1191),16(1191→1207),2(1207→1209),2(1209→1211),2(1211→1213),6(1213→1219)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(1033→1035),5(1035→1040),13(1040→1053),7(1053→1060),14(1060→1074),3(1074→1077),23(1077→1100),5(1100→1105),1(1105→1106),2(1106→1108),3(1108→1111),13(1111→1124),1(1124→1125),7(1125→1132),3(1132→1135),3(1135→1138),4(1138→1142),2(1142→1144),8(1144→1152),2(1152→1154),12(1154→1166),12(1166→1178),11(1178→1189),1(1189→1190),1(1190→1191),1(1191→1192),11(1192→1203),4(1203→1207),9(1207→1216),11(1216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(1036→1037),18(1037→1055),6(1055→1061),5(1061→1066),19(1066→1085),18(1085→1103),11(1103→1114),1(1114→1115),2(1115→1117),2(1117→1119),2(1119→1121),6(1121→1127),1(1127→1128),15(1128→1143),3(1143→1146),1(1146→1147),4(1147→1151),6(1151→1157),3(1157→1160),10(1160→1170),27(1170→1197),2(1197→1199),13(1199→1212),13(1212→1225),1(1225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3(1034→1037),3(1037→1040),5(1040→1045),1(1045→1046),10(1046→1056),27(1056→1083),11(1083→1094),2(1094→1096),18(1096→1114),5(1114→1119),1(1119→1120),19(1120→1139),3(1139→1142),19(1142→1161),6(1161→1167),38(1167→1205),10(1205→1215),3(1215→1218)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(1035→1041),2(1041→1043),6(1043→1049),8(1049→1057),6(1057→1063),6(1063→1069),8(1069→1077),2(1077→1079),2(1079→1081),5(1081→1086),3(1086→1089),4(1089→1093),26(1093→1119),1(1119→1120),20(1120→1140),6(1140→1146),18(1146→1164),5(1164→1169),16(1169→1185),2(1185→1187),11(1187→1198),4(1198→1202),11(1202→1213)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1033~1227회)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5(1033→1038),37(1038→1075),22(1075→1097),7(1097→1104),9(1104→1113),11(1113→1124),6(1124→1130),2(1130→1132),2(1132→1134),9(1134→1143),10(1143→1153),5(1153→1158),3(1158→1161),1(1161→1162),2(1162→1164),6(1164→1170),14(1170→1184),6(1184→1190)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(1034→1056),3(1056→1059),6(1059→1065),1(1065→1066),12(1066→1078),7(1078→1085),1(1085→1086),10(1086→1096),1(1096→1097),5(1097→1102),3(1102→1105),2(1105→1107),1(1107→1108),7(1108→1115),8(1115→1123),12(1123→1135),19(1135→1154),18(1154→1172),2(1172→1174),12(1174→1186),1(1186→1187),7(1187→1194),12(1194→1206),3(1206→1209),7(1209→1216),2(1216→1218),2(1218→1220),2(1220→1222),1(1222→1223),1(1223→1224),1(1224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(1034→1044),2(1044→1046),1(1046→1047),1(1047→1048),10(1048→1058),11(1058→1069),15(1069→1084),3(1084→1087),4(1087→1091),21(1091→1112),1(1112→1113),5(1113→1118),10(1118→1128),10(1128→1138),2(1138→1140),1(1140→1141),1(1141→1142),2(1142→1144),3(1144→1147),6(1147→1153),4(1153→1157),2(1157→1159),7(1159→1166),6(1166→1172),2(1172→1174),3(1174→1177),2(1177→1179),7(1179→1186),16(1186→1202),4(1202→1206),5(1206→1211),2(1211→1213),4(1213→1217),1(1217→1218),1(1218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9(1043→1052),1(1052→1053),1(1053→1054),14(1054→1068),50(1068→1118),2(1118→1120),3(1120→1123),10(1123→1133),23(1133→1156),15(1156→1171),10(1171→1181),8(1181→1189),5(1189→1194),11(1194→1205),6(1205→1211)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,14(1052→1066),3(1066→1069),3(1069→1072),1(1072→1073),16(1073→1089),2(1089→1091),7(1091→1098),3(1098→1101),5(1101→1106),1(1106→1107),2(1107→1109),7(1109→1116),2(1116→1118),7(1118→1125),9(1125→1134),4(1134→1138),25(1138→1163),6(1163→1169),20(1169→1189),6(1189→1195),5(1195→1200),4(1200→1204),4(1204→1208),4(1208→1212),15(1212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(1055→1077),4(1077→1081),19(1081→1100),22(1100→1122),4(1122→1126),3(1126→1129),2(1129→1131),2(1131→1133),12(1133→1145),16(1145→1161),1(1161→1162),14(1162→1176),5(1176→1181),1(1181→1182),2(1182→1184),3(1184→1187),3(1187→1190),15(1190→1205),7(1205→1212)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(1036→1058),4(1058→1062),3(1062→1065),1(1065→1066),9(1066→1075),1(1075→1076),3(1076→1079),15(1079→1094),8(1094→1102),10(1102→1112),1(1112→1113),16(1113→1129),3(1129→1132),1(1132→1133),5(1133→1138),7(1138→1145),9(1145→1154),1(1154→1155),10(1155→1165),6(1165→1171),15(1171→1186),36(1186→1222),4(1222→1226),1(1226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(1036→1042),17(1042→1059),1(1059→1060),7(1060→1067),7(1067→1074),2(1074→1076),19(1076→1095),7(1095→1102),12(1102→1114),6(1114→1120),9(1120→1129),12(1129→1141),5(1141→1146),7(1146→1153),1(1153→1154),22(1154→1176),2(1176→1178),6(1178→1184),16(1184→1200),2(1200→1202),1(1202→1203)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(1035→1040),9(1040→1049),8(1049→1057),12(1057→1069),2(1069→1071),13(1071→1084),3(1084→1087),1(1087→1088),7(1088→1095),8(1095→1103),11(1103→1114),2(1114→1116),10(1116→1126),3(1126→1129),4(1129→1133),21(1133→1154),2(1154→1156),1(1156→1157),6(1157→1163),7(1163→1170),4(1170→1174),10(1174→1184),1(1184→1185),23(1185→1208),18(1208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(1037→1050),5(1050→1055),14(1055→1069),1(1069→1070),4(1070→1074),1(1074→1075),5(1075→1080),4(1080→1084),13(1084→1097),1(1097→1098),1(1098→1099),7(1099→1106),3(1106→1109),2(1109→1111),13(1111→1124),4(1124→1128),10(1128→1138),29(1138→1167),6(1167→1173),1(1173→1174),10(1174→1184),3(1184→1187),17(1187→1204),2(1204→1206),14(1206→1220),3(1220→1223),4(1223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3(1036→1039),3(1039→1042),9(1042→1051),16(1051→1067),7(1067→1074),13(1074→1087),15(1087→1102),6(1102→1108),5(1108→1113),10(1113→1123),28(1123→1151),8(1151→1159),2(1159→1161),5(1161→1166),10(1166→1176),2(1176→1178),19(1178→1197),8(1197→1205)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12(1040→1052),31(1052→1083),4(1083→1087),36(1087→1123),9(1123→1132),13(1132→1145),4(1145→1149),20(1149→1169),3(1169→1172),3(1172→1175),4(1175→1179),18(1179→1197),7(1197→1204),13(1204→1217),3(1217→1220),2(1220→1222)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(1036→1043),9(1043→1052),11(1052→1063),5(1063→1068),3(1068→1071),1(1071→1072),3(1072→1075),4(1075→1079),9(1079→1088),9(1088→1097),2(1097→1099),3(1099→1102),1(1102→1103),24(1103→1127),3(1127→1130),20(1130→1150),3(1150→1153),19(1153→1172),1(1172→1173),4(1173→1177),3(1177→1180),1(1180→1181),5(1181→1186),1(1186→1187),1(1187→1188),3(1188→1191),10(1191→1201),9(1201→1210),10(1210→1220),5(1220→1225),1(1225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,12(1046→1058),1(1058→1059),3(1059→1062),1(1062→1063),5(1063→1068),5(1068→1073),8(1073→1081),4(1081→1085),8(1085→1093),1(1093→1094),1(1094→1095),12(1095→1107),1(1107→1108),2(1108→1110),3(1110→1113),2(1113→1115),11(1115→1126),20(1126→1146),15(1146→1161),2(1161→1163),2(1163→1165),2(1165→1167),19(1167→1186),6(1186→1192),4(1192→1196),14(1196→1210),7(1210→1217),4(1217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,10(1052→1062),2(1062→1064),4(1064→1068),5(1068→1073),12(1073→1085),3(1085→1088),8(1088→1096),2(1096→1098),1(1098→1099),1(1099→1100),4(1100→1104),17(1104→1121),8(1121→1129),6(1129→1135),1(1135→1136),5(1136→1141),14(1141→1155),13(1155→1168),10(1168→1178),1(1178→1179),1(1179→1180),33(1180→1213),2(1213→1215),2(1215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1228회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1218~1227 각 회차를 직전 데이터로 예측한 패턴 성적 상위 5개 → 그 패턴들의 1228회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1228후보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1 16 36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2 4 7 11 37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1 3 17 18 38 40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1(2), 2, 3, 4, 7, 11, 13, 16, 17, 18, 36, 37, 38, 40, 42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1228후보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1 16 36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1, 3, 13, 16, 33, 36, 42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1218~1227 사후(in-sample) 과적합 결과 — 62개 패턴 중 이 구간에서 우연히 잘 맞은 컷일 뿐, 1228회 적중을 보장하지 않습니다(로또는 독립 난수).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