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1229회차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1228회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16.72%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49/293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31/201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40/287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57/438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68/525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29/247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18/162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39/343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미출현, 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1229회차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01 11 20 21 22 27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102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01 05 20 22 27 33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108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01 10 19 20 22 27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99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01 03 20 22 27 30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103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01 14 17 20 22 27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101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1034~1228회)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1229회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1229회 재출현 유력 번호 (4개, 다음간격 과거 5회↑ 반복): 27, 1, 22, 20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11(1098→1109)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9(1125→1134)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10(1207→1217)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1(1159→1160)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28(1164→1192)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4(1215→1219)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5(1219→1224)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1(1034→1035)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2(1035→1037)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23(1092→1115)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15(1115→1130)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11(1150→1161)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4(1161→1165)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8(1094→1102)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6(1112→1118)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23(1122→1145)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6(1145→1151)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6(1162→1168)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6(1168→1174)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5(1093→1098)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8(1098→1106)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3(1149→1152)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5(1152→1157)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23(1165→1188)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3(1199→1202)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1(1222→1223)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5(1223→1228)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31(1134→1165)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32(1186→1218)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17(1084→1101)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3(1134→1137)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7(1162→1169)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10(1112→1122)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7(1130→1137)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24(1147→1171)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33(1171→1204)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16(1100→1116)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31(1116→1147)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6(1147→1153)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32(1177→1209)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8(1220→1228)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16(1035→1051)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5(1103→1108)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8(1120→1128)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3(1128→1131)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4(1131→1135)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1(1159→1160)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13(1160→1173)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4(1193→1197)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2(1197→1199)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8(1092→1100)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10(1104→1114)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20(1142→1162)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2(1170→1172)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7(1173→1180)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4(1215→1219)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46(1097→1143)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4(1143→1147)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15(1174→1189)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7(1128→1135)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11(1135→1146)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13(1146→1159)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8(1159→1167)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11(1090→1101)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8(1101→1109)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3(1109→1112)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7(1112→1119)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8(1119→1127)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5(1151→1156)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25(1156→1181)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5(1208→1213)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1(1213→1214)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3(1214→1217)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4(1107→1111)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20(1116→1136)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11(1160→1171)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23(1172→1195)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1034~1228회)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6(1104→1110)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10(1111→1121)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5(1121→1126)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5(1145→1150)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18(1150→1168)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4(1173→1177)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1(1183→1184)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4(1121→1125)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5(1125→1130)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5(1155→1160)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6(1160→1166)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10(1168→1178)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12(1178→1190)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15(1106→1121)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26(1144→1170)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8(1208→1216)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6(1216→1222)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15(1035→1050)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10(1098→1108)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2(1115→1117)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1(1117→1118)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2(1158→1160)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5(1163→1168)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16(1089→1105)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20(1105→1125)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2(1127→1129)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7(1148→1155)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10(1155→1165)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5(1171→1176)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5(1176→1181)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4(1034→1038)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6(1103→1109)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14(1110→1124)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22(1124→1146)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17(1123→1140)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9(1034→1043)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17(1132→1149)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5(1149→1154)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9(1154→1163)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23(1164→1187)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17(1123→1140)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4(1140→1144)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10(1148→1158)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3(1108→1111)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11(1111→1122)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9(1122→1131)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17(1131→1148)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39(1185→1224)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43(1074→1117)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8(1117→1125)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15(1137→1152)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1(1206→1207)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9(1106→1115)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5(1119→1124)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6(1128→1134)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6(1160→1166)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30(1083→1113)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6(1113→1119)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4(1157→1161)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9(1161→1170)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19(1199→1218)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3(1034→1037)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16(1096→1112)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5(1120→1125)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14(1125→1139)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1(1139→1140)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6(1197→1203)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6(1203→1209)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16(1209→1225)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6(1035→1041)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8(1086→1094)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8(1094→1102)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5(1115→1120)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4(1120→1124)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8(1124→1132)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14(1132→1146)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16(1146→1162)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23(1187→1210)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1034~1228회)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8(1089→1097)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8(1105→1113)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7(1123→1130)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6(1143→1149)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4(1149→1153)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6(1158→1164)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2(1218→1220)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10(1097→1107)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4(1108→1112)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5(1123→1128)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7(1128→1135)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31(1135→1166)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8(1166→1174)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10(1034→1044)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27(1091→1118)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6(1147→1153)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2(1218→1220)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5(1120→1125)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31(1125→1156)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10(1161→1171)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15(1118→1133)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24(1138→1162)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4(1165→1169)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8(1200→1208)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47(1055→1102)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21(1105→1126)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31(1145→1176)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17(1205→1222)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6(1132→1138)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22(1186→1208)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17(1097→1114)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22(1154→1176)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23(1203→1226)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4(1102→1106)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21(1087→1108)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21(1102→1123)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24(1204→1228)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4(1099→1103)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1229회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1218~1227 각 회차를 직전 데이터로 예측한 패턴 성적 상위 5개 → 그 패턴들의 1229회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1229후보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1 16 25 36 45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10 11 24 29 40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1 4 5 9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1(2), 4, 5, 9, 10, 11, 14, 16, 24, 25, 28, 29, 36, 40,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1229후보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15(2), 7, 14, 28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1218~1227 사후(in-sample) 과적합 결과 — 62개 패턴 중 이 구간에서 우연히 잘 맞은 컷일 뿐, 1229회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1229회 예측번호 + 1218~1227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1229예측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1, 16, 25, 36, 45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1219:1   1220:25   1223:16   1224:9,45   1225:19,25   1226:4   1227:16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10, 11, 24, 29, 40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1219:2   1223:33   1224:9,45   1225:9   1226:6,13   1227:44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1219:28   1220:2   1222:4   1226:6   1227:34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1219:45   1221:36   1225:8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1, 4, 5, 9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1219:1   1221:6   1225:9   1226:6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1222:22   1223:18   1226:17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1219:15   1222:41   1223:33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1220:43   1224:21   1228:30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1218~1227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1229회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1219~1228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1229회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1, 20, 22, 27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1, 20, 22, 27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17.4%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1, 20, 22, 27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1, 27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(3/13 = 23.1%)  ·  1229회 해당 ◎ 예측번호: 1, 27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1229회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1218~1227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1229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28, 43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17, 32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15:11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30, 31, 35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1218~1227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