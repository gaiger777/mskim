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1230회차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1229회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+2.36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16.26%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47/289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15.84%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16/104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45/329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12.98%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37/285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12.90%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57/442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67/525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11.90%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11.66%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19/163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42/347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13.00%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3의배수,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끝수이월, 미출현, 출현주기,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끝수이월,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끝수이월,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출현주기,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1230회차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01 10 18 21 24 34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108 · 홀2:짝4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01 10 21 27 33 34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126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01 10 20 21 22 34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108 · 홀2:짝4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01 10 15 21 23 34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104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01 03 10 21 32 34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101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1035~1229회)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1230회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1230회 재출현 유력 번호 (4개, 다음간격 과거 5회↑ 반복): 21, 10, 1, 34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9(1039→1048)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22(1074→1096)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6(1118→1124)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4(1131→1135)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7(1166→1173)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28(1173→1201)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13(1088→1101)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3(1178→1181)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2(1181→1183)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2(1035→1037)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1(1038→1039)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6(1039→1045)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5(1083→1088)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4(1088→1092)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5(1092→1097)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1(1097→1098)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11(1098→1109)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13(1109→1122)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3(1130→1133)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3(1179→1182)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11(1182→1193)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1(1224→1225)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27(1052→1079)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2(1080→1082)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8(1082→1090)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1(1090→1091)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24(1092→1116)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24(1116→1140)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17(1157→1174)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8(1180→1188)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7(1196→1203)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4(1039→1043)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1(1084→1085)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9(1085→1094)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13(1126→1139)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5(1145→1150)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6(1158→1164)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11(1177→1188)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24(1055→1079)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10(1105→1115)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19(1115→1134)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14(1135→1149)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3(1149→1152)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27(1167→1194)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1(1217→1218)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7(1082→1089)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4(1089→1093)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6(1099→1105)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1(1105→1106)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1(1117→1118)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1(1168→1169)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7(1176→1183)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19(1183→1202)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7(1221→1228)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6(1075→1081)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8(1133→1141)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17(1141→1158)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17(1166→1183)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5(1204→1209)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5(1210→1215)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5(1215→1220)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8(1220→1228)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2(1084→1086)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1(1090→1091)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13(1104→1117)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6(1122→1128)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9(1128→1137)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15(1147→1162)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5(1162→1167)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4(1167→1171)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20(1172→1192)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19(1192→1211)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7(1212→1219)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16(1035→1051)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25(1076→1101)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9(1119→1128)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3(1128→1131)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6(1131→1137)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18(1159→1177)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5(1186→1191)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8(1084→1092)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3(1092→1095)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4(1108→1112)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8(1112→1120)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4(1120→1124)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5(1125→1130)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4(1130→1134)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2(1134→1136)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11(1136→1147)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3(1170→1173)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7(1173→1180)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2(1196→1198)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14(1198→1212)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4(1215→1219)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11(1038→1049)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11(1080→1091)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34(1114→1148)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7(1148→1155)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3(1155→1158)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1(1158→1159)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1(1159→1160)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13(1160→1173)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7(1173→1180)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8(1180→1188)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4(1205→1209)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3(1210→1213)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2(1079→1081)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13(1087→1100)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9(1119→1128)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14(1128→1142)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1(1142→1143)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18(1156→1174)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13(1176→1189)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3(1189→1192)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3(1192→1195)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10(1195→1205)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2(1214→1216)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17(1071→1088)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16(1090→1106)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19(1127→1146)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3(1147→1150)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17(1152→1169)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13(1169→1182)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29(1200→1229)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8(1078→1086)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7(1086→1093)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2(1093→1095)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16(1095→1111)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38(1111→1149)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5(1151→1156)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29(1173→1202)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9(1209→1218)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1035~1229회)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5(1039→1044)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30(1056→1086)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3(1104→1107)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5(1107→1112)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19(1112→1131)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11(1144→1155)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6(1172→1178)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2(1183→1185)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4(1191→1195)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4(1208→1212)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7(1212→1219)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9(1074→1083)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7(1083→1090)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20(1090→1110)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4(1116→1120)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5(1121→1126)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10(1126→1136)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27(1150→1177)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11(1177→1188)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10(1188→1198)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1(1199→1200)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8(1203→1211)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1(1213→1214)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1(1076→1077)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6(1099→1105)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4(1107→1111)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5(1145→1150)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8(1160→1168)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9(1185→1194)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4(1194→1198)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22(1200→1222)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15(1035→1050)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8(1078→1086)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28(1165→1193)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4(1193→1197)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26(1197→1223)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2(1087→1089)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2(1089→1091)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27(1091→1118)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4(1125→1129)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6(1131→1137)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9(1139→1148)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5(1171→1176)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28(1180→1208)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6(1209→1215)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10(1215→1225)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8(1072→1080)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2(1094→1096)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15(1127→1142)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27(1155→1182)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22(1182→1204)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7(1204→1211)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22(1078→1100)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8(1100→1108)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13(1110→1123)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17(1125→1142)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7(1142→1149)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3(1149→1152)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3(1156→1159)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1(1159→1160)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5(1184→1189)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9(1198→1207)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15(1207→1222)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3(1077→1080)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5(1080→1085)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10(1085→1095)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10(1095→1105)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20(1143→1163)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3(1187→1190)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5(1190→1195)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19(1195→1214)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2(1214→1216)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14(1067→1081)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1(1081→1082)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8(1082→1090)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4(1105→1109)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1(1148→1149)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5(1149→1154)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8(1185→1193)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4(1038→1042)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5(1085→1090)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3(1111→1114)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2(1115→1117)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9(1122→1131)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6(1131→1137)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7(1185→1192)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2(1206→1208)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16(1208→1224)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25(1074→1099)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67(1099→1166)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2(1207→1209)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6(1213→1219)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5(1035→1040)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17(1077→1094)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6(1094→1100)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2(1106→1108)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3(1108→1111)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13(1111→1124)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7(1125→1132)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3(1175→1178)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11(1178→1189)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4(1203→1207)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4(1212→1216)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11(1216→1227)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18(1037→1055)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33(1082→1115)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2(1115→1117)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8(1119→1127)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1(1127→1128)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29(1170→1199)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19(1199→1218)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40(1056→1096)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23(1096→1119)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18(1167→1185)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20(1185→1205)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5(1210→1215)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6(1035→1041)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1(1077→1078)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1(1078→1079)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2(1079→1081)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10(1083→1093)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26(1093→1119)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15(1169→1184)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16(1213→1229)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1035~1229회)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37(1038→1075)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22(1075→1097)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9(1104→1113)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4(1186→1190)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28(1190→1218)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19(1066→1085)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7(1089→1096)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12(1123→1135)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18(1154→1172)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13(1174→1187)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8(1194→1202)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28(1058→1086)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1(1086→1087)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3(1174→1177)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2(1177→1179)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20(1186→1206)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11(1073→1084)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34(1084→1118)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10(1123→1133)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5(1189→1194)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10(1069→1079)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5(1079→1084)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5(1084→1089)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2(1089→1091)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3(1091→1094)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4(1094→1098)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3(1098→1101)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9(1125→1134)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13(1169→1182)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5(1184→1189)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6(1189→1195)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10(1212→1222)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22(1055→1077)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19(1081→1100)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20(1100→1120)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6(1120→1126)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16(1145→1161)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14(1162→1176)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5(1176→1181)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6(1181→1187)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3(1187→1190)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19(1208→1227)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10(1155→1165)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13(1171→1184)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23(1203→1226)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6(1036→1042)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2(1074→1076)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11(1076→1087)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7(1095→1102)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15(1114→1129)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22(1154→1176)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29(1200→1229)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5(1035→1040)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17(1071→1088)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37(1185→1222)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1(1222→1223)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2(1227→1229)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13(1037→1050)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11(1087→1098)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13(1111→1124)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2(1206→1208)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12(1208→1220)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3(1036→1039)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20(1067→1087)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5(1217→1222)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16(1204→1220)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8(1220→1228)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1(1228→1229)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7(1036→1043)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4(1173→1177)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3(1177→1180)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1(1180→1181)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5(1220→1225)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10(1168→1178)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1230회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1218~1227 각 회차를 직전 데이터로 예측한 패턴 성적 상위 5개 → 그 패턴들의 1230회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1230후보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4 9 16 36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12 19 20 25 27 44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4(2), 9, 10, 12, 16, 19, 20, 22, 25, 27, 36, 44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1230후보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1, 4, 10, 22, 29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1218~1227 사후(in-sample) 과적합 결과 — 62개 패턴 중 이 구간에서 우연히 잘 맞은 컷일 뿐, 1230회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1230회 예측번호 + 1218~1227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04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1230예측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4, 9, 16, 36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1220:25   1223:16   1224:9,45   1225:19,25   1226:4   1227:16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12, 19, 20, 25, 27, 44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1223:33   1224:9,45   1225:9   1226:6,13   1227:44   1229:29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1220:2   1222:4   1226:6   1227:34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1222:22   1223:18   1226:17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1221:36   1225:8   1226:4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1220:43   1224:21   1228:30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(2회)  1221:30   1228:35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1218~1227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1230회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1220~1229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1230회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14.3%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1, 10, 21, 22, 23, 34, 42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14.5%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1, 10, 21, 34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15.2%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26.7%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(4/15 = 26.7%)  ·  1230회 해당 ◎ 예측번호: -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1230회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1218~1227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1230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18:9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18, 30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9, 18, 45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3:12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24, 29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1218~1227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