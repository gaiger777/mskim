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1231회차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1230회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23.26%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10/43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46/290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15.69%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17.65%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9/51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15/100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37/284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59/452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67/525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20/163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43/348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1231회차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15 21 23 32 38 45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174 · 홀4:짝2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18 21 23 27 32 42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163 · 홀3:짝3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10 23 27 32 36 39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167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02 18 23 27 32 33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135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18 21 23 26 32 45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165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1036~1230회)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1231회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1231회 재출현 유력 번호 (1개, 다음간격 과거 5회↑ 반복): 23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11(1098→1109)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9(1125→1134)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23(1137→1160)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13(1160→1173)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9(1192→1201)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25(1076→1101)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16(1162→1178)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1(1038→1039)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22(1060→1082)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23(1092→1115)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15(1115→1130)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4(1141→1145)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5(1145→1150)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14(1179→1193)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15(1201→1216)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2(1216→1218)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6(1218→1224)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1(1224→1225)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8(1094→1102)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6(1112→1118)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36(1122→1158)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16(1158→1174)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3(1176→1179)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8(1180→1188)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29(1193→1222)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1(1222→1223)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7(1223→1230)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6(1080→1086)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1(1090→1091)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5(1093→1098)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8(1098→1106)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9(1117→1126)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5(1134→1139)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5(1144→1149)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3(1149→1152)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1(1158→1159)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20(1168→1188)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2(1194→1196)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11(1214→1225)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1(1225→1226)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27(1055→1082)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1(1083→1084)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1(1084→1085)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1(1105→1106)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16(1117→1133)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32(1133→1165)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4(1165→1169)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1(1217→1218)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10(1218→1228)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1(1228→1229)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35(1064→1099)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2(1099→1101)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26(1104→1130)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3(1134→1137)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9(1157→1166)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19(1183→1202)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6(1203→1209)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5(1079→1084)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7(1112→1119)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12(1124→1136)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25(1137→1162)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1(1170→1171)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33(1171→1204)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6(1204→1210)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1(1210→1211)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8(1211→1219)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8(1220→1228)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1(1081→1082)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8(1100→1108)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5(1128→1133)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8(1133→1141)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6(1141→1147)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9(1157→1166)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7(1166→1173)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4(1173→1177)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30(1177→1207)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4(1215→1219)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9(1219→1228)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14(1081→1095)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7(1103→1110)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9(1140→1149)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10(1149→1159)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1(1159→1160)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9(1160→1169)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4(1169→1173)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7(1173→1180)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4(1191→1195)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4(1195→1199)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1(1214→1215)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30(1050→1080)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8(1092→1100)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10(1104→1114)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6(1142→1148)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10(1148→1158)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14(1158→1172)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6(1174→1180)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3(1189→1192)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1(1192→1193)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2(1196→1198)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9(1212→1221)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11(1038→1049)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11(1080→1091)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19(1097→1116)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12(1116→1128)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3(1147→1150)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20(1156→1176)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6(1176→1182)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6(1213→1219)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27(1126→1153)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9(1159→1168)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18(1168→1186)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3(1192→1195)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19(1195→1214)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2(1214→1216)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6(1221→1227)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5(1083→1088)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11(1090→1101)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8(1101→1109)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10(1109→1119)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8(1119→1127)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17(1171→1188)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6(1191→1197)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3(1197→1200)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10(1208→1218)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8(1078→1086)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7(1086→1093)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14(1093→1107)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4(1107→1111)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14(1116→1130)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19(1151→1170)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1(1170→1171)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6(1172→1178)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18(1178→1196)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1(1201→1202)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2(1203→1205)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1036~1230회)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5(1105→1110)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3(1111→1114)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5(1121→1126)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5(1145→1150)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10(1150→1160)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13(1164→1177)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2(1183→1185)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6(1191→1197)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4(1208→1212)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7(1074→1081)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39(1081→1120)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14(1130→1144)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8(1144→1152)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28(1152→1180)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8(1180→1188)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10(1188→1198)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1(1199→1200)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6(1203→1209)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1(1213→1214)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23(1076→1099)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16(1099→1115)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3(1115→1118)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3(1118→1121)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8(1147→1155)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7(1160→1167)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12(1167→1179)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4(1194→1198)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22(1200→1222)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2(1080→1082)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5(1082→1087)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7(1098→1105)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1(1105→1106)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2(1106→1108)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8(1142→1150)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1(1152→1153)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4(1158→1162)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4(1193→1197)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26(1197→1223)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16(1089→1105)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20(1105→1125)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2(1127→1129)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12(1148→1160)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3(1164→1167)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8(1168→1176)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6(1176→1182)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22(1182→1204)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6(1209→1215)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3(1077→1080)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5(1080→1085)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6(1103→1109)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22(1124→1146)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5(1159→1164)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31(1164→1195)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13(1198→1211)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22(1078→1100)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12(1123→1135)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8(1135→1143)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10(1144→1154)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7(1156→1163)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12(1163→1175)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9(1175→1184)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1(1222→1223)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4(1223→1227)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17(1132→1149)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6(1169→1175)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3(1187→1190)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5(1190→1195)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21(1195→1216)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9(1083→1092)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15(1093→1108)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1(1122→1123)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17(1123→1140)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4(1140→1144)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10(1148→1158)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3(1167→1170)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6(1175→1181)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4(1181→1185)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7(1185→1192)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1(1192→1193)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10(1216→1226)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11(1111→1122)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9(1122→1131)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11(1137→1148)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31(1161→1192)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2(1206→1208)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16(1208→1224)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7(1074→1081)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1(1081→1082)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31(1086→1117)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8(1117→1125)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6(1213→1219)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9(1106→1115)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5(1119→1124)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6(1128→1134)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9(1134→1143)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6(1160→1166)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4(1166→1170)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4(1203→1207)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2(1207→1209)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4(1212→1216)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18(1037→1055)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6(1113→1119)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19(1127→1146)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2(1173→1175)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14(1185→1199)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8(1210→1218)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37(1056→1093)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7(1112→1119)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5(1134→1139)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17(1167→1184)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30(1185→1215)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6(1077→1083)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8(1086→1094)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9(1094→1103)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10(1103→1113)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7(1113→1120)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4(1120→1124)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15(1125→1140)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16(1146→1162)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1(1169→1170)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17(1170→1187)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4(1205→1209)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16(1213→1229)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1(1229→1230)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1036~1230회)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37(1038→1075)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10(1075→1085)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8(1089→1097)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10(1105→1115)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3(1115→1118)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5(1118→1123)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7(1123→1130)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3(1155→1158)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6(1158→1164)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8(1164→1172)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14(1172→1186)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4(1186→1190)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9(1197→1206)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12(1206→1218)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10(1097→1107)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4(1108→1112)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11(1112→1123)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5(1123→1128)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7(1128→1135)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13(1153→1166)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8(1166→1174)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8(1194→1202)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1(1224→1225)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27(1091→1118)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13(1120→1133)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1(1174→1175)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32(1179→1211)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16(1073→1089)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15(1094→1109)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5(1109→1114)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7(1125→1132)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6(1171→1177)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5(1189→1194)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10(1217→1227)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6(1107→1113)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17(1145→1162)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13(1169→1182)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5(1184→1189)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6(1189→1195)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4(1208→1212)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10(1212→1222)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47(1055→1102)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4(1161→1165)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5(1176→1181)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3(1187→1190)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22(1205→1227)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3(1227→1230)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15(1114→1129)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9(1129→1138)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5(1149→1154)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13(1171→1184)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18(1184→1202)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23(1203→1226)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6(1036→1042)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17(1078→1095)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8(1133→1141)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22(1154→1176)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24(1176→1200)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1(1087→1088)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21(1095→1116)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27(1129→1156)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38(1185→1223)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2(1227→1229)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13(1037→1050)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9(1075→1084)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1(1105→1106)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13(1111→1124)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19(1187→1206)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2(1220→1222)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3(1036→1039)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5(1079→1084)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21(1087→1108)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13(1179→1192)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5(1192→1197)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9(1208→1217)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2(1220→1222)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2(1085→1087)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10(1087→1097)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21(1102→1123)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3(1177→1180)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1(1228→1229)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7(1036→1043)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8(1080→1088)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4(1099→1103)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19(1131→1150)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10(1186→1196)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4(1221→1225)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15(1073→1088)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10(1168→1178)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1231회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1221~1230 각 회차를 직전 데이터로 예측한 패턴 성적 상위 5개 → 그 패턴들의 1231회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1231후보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4 9 19 36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10 11 13 22 39 45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1 5 6 13 14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13(2), 19(2), 1, 4, 5, 6, 9, 10, 11, 14, 22, 31, 36, 39, 45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1231후보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5, 17, 19, 20, 31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1221~1230 사후(in-sample) 과적합 결과 — 62개 패턴 중 이 구간에서 우연히 잘 맞은 컷일 뿐, 1231회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1231회 예측번호 + 1221~1230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1231예측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4, 9, 19, 36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1223:16   1224:9,45   1225:19,25   1226:4   1227:16   1230:9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10, 11, 13, 22, 39, 45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1223:33   1224:9,45   1225:9   1226:6,13   1227:44   1229:29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1222:22   1223:18   1226:17   1230:22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1, 5, 6, 13, 14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1221:6   1225:9   1226:6   1230:3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1221:36   1225:8   1226:4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1226:28   1228:30   1230:42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1222:4   1226:6   1227:34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1226:17   1229:13   1230:8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1221~1230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1231회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1221~1230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1231회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12.0%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7, 10, 21, 23, 38, 39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14.0%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18.2%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30.0%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(3/10 = 30.0%)  ·  1231회 해당 ◎ 예측번호: -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1231회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1221~1230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1231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18, 45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30:9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3:11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17, 26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31, 35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12:9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1221~1230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