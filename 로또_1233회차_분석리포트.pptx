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1233회차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1232회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22.73%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10/44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46/289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12/88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63/472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37/280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41/324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67/525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10.87%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43/351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10.95%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3의배수,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3의배수,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1233회차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10 17 21 27 33 40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148 · 홀4:짝2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06 10 17 27 39 40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139 · 홀3:짝3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10 17 20 33 39 40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159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10 17 25 27 32 40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151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10 17 20 21 26 40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134 · 홀2:짝4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1038~1232회)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1233회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808080"/>
                </a:solidFill>
              </a:rPr>
              <a:t>◎ 1233회: 다음간격이 과거 5회 이상 반복된 순위 없음 (○ 주기보유 45개 참고)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1(1038→1039)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11(1038→1049)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1038~1232회)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17(1199→1216)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15(1203→1218)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1038~1232회)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37(1038→1075)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1233회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1223~1232 각 회차를 직전 데이터로 예측한 패턴 성적 상위 5개 → 그 패턴들의 1233회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1233후보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4 16 25 36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7 10 12 14 17 43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2 3 4 12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4(2), 10(2), 12(2), 36(2), 2, 3, 7, 14, 16, 17, 25, 43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1233후보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d5+d6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10, 14, 15, 34, 36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1223~1232 사후(in-sample) 과적합 결과 — 62개 패턴 중 이 구간에서 우연히 잘 맞은 컷일 뿐, 1233회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1233회 예측번호 + 1223~1232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1233예측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4, 16, 25, 36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1223:16   1224:9,45   1225:19,25   1226:4   1227:16   1230:9   1231:4   1232:19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7, 10, 12, 14, 17, 43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1223:33   1224:9,45   1225:9   1226:6,13   1227:44   1229:29   1231:13   1232:12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2, 3, 4, 12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1225:9   1226:6   1230:3   1231:13,14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1223:18   1226:17   1230:22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1225:8   1226:4   1231:31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1226:28   1228:30   1230:42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1226:17   1229:13   1230:8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d5+d6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1224:27   1229:34   1232:24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1223~1232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1233회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1223~1232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1233회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16.4%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4, 7, 10, 14, 17, 25, 40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15.4%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10, 17, 40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19.0%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25.0%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(2/8 = 25.0%)  ·  1233회 해당 ◎ 예측번호: -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1233회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1223~1232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1233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9, 18, 45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6, 17, 28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1223~1232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