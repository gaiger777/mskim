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1234회차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1233회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+2.19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24.44%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11/45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16.72%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48/287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14.36%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29/202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13.77%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23/167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38/279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65/482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12.95%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68/525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6/51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9.09%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1/11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12.32%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12.31%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40/325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10.94%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11.43%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11.68%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41/351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9.63%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1234회차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02 06 21 22 24 27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102 · 홀2:짝4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02 06 21 22 33 39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123 · 홀3:짝3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02 06 22 24 39 45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138 · 홀2:짝4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02 06 22 26 27 39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122 · 홀2:짝4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02 06 22 23 24 33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110 · 홀2:짝4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1039~1233회)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1234회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1234회 재출현 유력 번호 (4개, 다음간격 과거 5회↑ 반복): 22, 2, 6, 10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9(1039→1048)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6(1039→1045)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4(1039→1043)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1(1040→1041)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10(1041→1051)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1(1232→1233)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1(1041→1042)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8(1042→1050)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4(1042→1046)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3(1041→1044)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6(1041→1047)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1039~1233회)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5(1039→1044)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15(1204→1219)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7(1040→1047)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13(1040→1053)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5(1040→1045)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2(1041→1043)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1039~1233회)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1(1232→1233)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17(1042→1059)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9(1040→1049)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2(1231→1233)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12(1040→1052)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1234회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1224~1233 각 회차를 직전 데이터로 예측한 패턴 성적 상위 5개 → 그 패턴들의 1234회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1234후보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4 25 45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3 8 10 21 43 44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3 5 12 13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3(2), 4, 5, 8, 10, 12, 13, 21, 25, 27, 39, 43, 44, 45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1234후보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d5+d6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15, 18, 27, 32, 39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1224~1233 사후(in-sample) 과적합 결과 — 62개 패턴 중 이 구간에서 우연히 잘 맞은 컷일 뿐, 1234회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1234회 예측번호 + 1224~1233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42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1234예측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4, 25, 45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1224:9,45   1225:19,25   1226:4   1227:16   1230:9   1231:4   1232:19   1233:25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3, 8, 10, 21, 43, 44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1224:9,45   1225:9   1226:6,13   1227:44   1229:29   1231:13   1232:12   1233:7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3, 5, 12, 13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(5회)  1225:9   1226:6   1230:3   1231:13,14   1233:2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1225:8   1226:4   1231:31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1226:28   1228:30   1230:42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1225:9   1231:14   1233:7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1226:17   1229:13   1230:8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d5+d6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1224:27   1229:34   1232:24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1224~1233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1234회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1224~1233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1234회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21.4%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1, 2, 6, 10, 22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19.4%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2, 6, 22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23.5%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28.6%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N=7회 (2/7 = 28.6%)  ·  1234회 해당 ◎ 예측번호: 2, 22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1234회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1224~1233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1234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22:7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9:10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9, 18, 45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6, 17, 28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14, 44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22, 42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7, 25, 40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1224~1233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