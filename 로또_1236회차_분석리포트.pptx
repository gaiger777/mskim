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1236회차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1235회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16.49%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46/279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20.45%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9/44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16.47%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14/85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14.39%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39/271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69/502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23/169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70/525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37/315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42/360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9.59%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10.80%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9.63%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5.56%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3의배수, 출현주기,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끝수이월, 미출현, 3의배수,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3의배수,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대각선(주기), 오프셋(주기), 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끝수이월,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출현주기,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대각선(주기), 오프셋(주기),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3의배수,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오프셋(주기), 끝수이월, 합계균형,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끝수이월,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대각선(주기),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대각선(주기),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끝수이월,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1236회차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02 07 21 26 32 45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133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02 04 07 26 27 32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98 · 홀2:짝4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04 07 26 32 33 45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147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02 04 07 30 32 45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120 · 홀2:짝4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02 04 07 26 42 45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126 · 홀2:짝4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1041~1235회)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1236회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1236회 재출현 유력 번호 (6개, 다음간격 과거 5회↑ 반복): 45, 7, 2, 26, 32, 4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1041~1235회)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1(1233→1234)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1041~1235회)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1236회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1226~1235 각 회차를 직전 데이터로 예측한 패턴 성적 상위 5개 → 그 패턴들의 1236회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1236후보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1 26 34 37 45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1 4 9 25 36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1 4 24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1(3), 4(2), 9, 18, 24, 25, 26, 28, 34, 36, 37, 45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1236후보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1, 9, 18, 28, 30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1226~1235 사후(in-sample) 과적합 결과 — 62개 패턴 중 이 구간에서 우연히 잘 맞은 컷일 뿐, 1236회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1236회 예측번호 + 1226~1235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1236예측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1, 26, 34, 37, 45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1226:6,13   1227:44   1229:29   1231:13   1232:12   1233:7   1234:43   1235:7,43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1, 4, 9, 25, 36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(6회)  1226:4   1227:16   1230:9   1231:4   1232:19   1233:25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1226:17   1229:13   1230:8   1234:15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1, 4, 24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1226:6   1230:3   1231:13,14   1233:2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1226:28   1228:30   1230:42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1227:41   1229:29   1234:15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k0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1226:6   1227:44   1231:13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1228:29   1231:38   1235:39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1226~1235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1236회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1226~1235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1236회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19.7%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2, 4, 5, 7, 22, 24, 26, 32, 42, 45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11.4%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2, 4, 7, 24, 26, 32, 45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2, 4, 7, 26, 32, 45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14.3%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N=4회 (13/66 = 19.7%)  ·  1236회 해당 ◎ 예측번호: 2, 4, 5, 7, 22, 24, 26, 32, 42, 45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1236회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1226~1235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1236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6, 17, 28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14, 44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1226~1235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