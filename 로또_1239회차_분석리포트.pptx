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1239회차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1238회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42/274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18.18%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24/170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36/267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74/559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69/525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46/364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37/323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10.37%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11.03%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1239회차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01 09 14 16 22 45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107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01 14 16 21 29 45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126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14 16 22 29 33 45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159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03 16 21 22 29 33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124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03 16 18 22 29 45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133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1044~1238회)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1239회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1239회 재출현 유력 번호 (3개, 다음간격 과거 5회↑ 반복): 1, 18, 11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1044~1238회)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3(1234→1237)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1(1237→1238)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1044~1238회)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4(1231→1235)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1239회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1229~1238 각 회차를 직전 데이터로 예측한 패턴 성적 상위 5개 → 그 패턴들의 1239회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1239후보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2 6 13 14 43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1 6 16 18 24 27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4 9 19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6(2), 1, 2, 4, 9, 10, 13, 14, 15, 16, 18, 19, 24, 27, 43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1239후보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d5+d6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델타차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5, 10, 15, 21, 35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1229~1238 사후(in-sample) 과적합 결과 — 62개 패턴 중 이 구간에서 우연히 잘 맞은 컷일 뿐, 1239회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1239회 예측번호 + 1229~1238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1239예측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2, 6, 13, 14, 43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1229:29   1231:13   1232:12   1233:7   1234:43   1235:7,43   1236:34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1, 6, 16, 18, 24, 27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1230:8   1235:15   1236:29   1237:34   1238:18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4, 9, 19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1230:9   1231:4   1232:19   1233:25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1229:29   1234:15   1238:18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1229:13   1230:8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d5+d6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1229:34   1232:24   1238:32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델타차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1234:1   1237:10   1238:2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1233:40   1235:11   1238:18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1229~1238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1239회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1229~1238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1239회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15.2%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1, 11, 14, 16, 22, 29, 42, 43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1, 14, 16, 22, 29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1, 14, 16, 22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(10/66 = 15.2%)  ·  1239회 해당 ◎ 예측번호: 1, 11, 14, 16, 22, 29, 42, 43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1239회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1229~1238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1239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1229~1238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