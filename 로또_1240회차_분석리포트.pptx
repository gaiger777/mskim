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1240회차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1239회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18.18%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8/44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16.35%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17/104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15.02%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41/273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14.29%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13.95%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24/172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71/525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76/563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35/265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47/366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11.86%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12.54%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39/311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22/181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4/42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11.56%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8.82%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6/68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9.63%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10.66%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29/272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13.25%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1240회차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08 15 18 26 32 45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144 · 홀2:짝4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02 09 15 32 41 45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144 · 홀4:짝2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02 03 18 19 26 41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109 · 홀3:짝3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03 08 14 19 21 34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99 · 홀3:짝3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12 21 23 27 30 36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149 · 홀3:짝3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1045~1239회)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1240회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1240회 재출현 유력 번호 (7개, 다음간격 과거 5회↑ 반복): 45, 2, 32, 4, 18, 10, 40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11(1225→1236)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11(1228→1239)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1(1220→1221)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14(1221→1235)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4(1235→1239)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6(1232→1238)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1(1238→1239)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9(1229→1238)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10(1226→1236)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1045~1239회)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17(1219→1236)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2(1212→1214)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21(1214→1235)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3(1235→1238)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4(1230→1234)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2(1234→1236)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23(1211→1234)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5(1231→1236)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3(1236→1239)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12(1223→1235)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25(1209→1234)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18(1218→1236)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1(1233→1234)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3(1234→1237)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1(1237→1238)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1045~1239회)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10(1227→1237)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6(1220→1226)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2(1237→1239)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13(1226→1239)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6(1229→1235)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2(1231→1233)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7(1231→1238)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5(1228→1233)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16(1222→1238)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4(1231→1235)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1240회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1230~1239 각 회차를 직전 데이터로 예측한 패턴 성적 상위 5개 → 그 패턴들의 1240회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1240후보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8 10 13 15 23 39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2 10 18 20 25 33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1 2 3 9 10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1 4 9 36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10(3), 1(2), 2(2), 9(2), 13(2), 3, 4, 8, 15, 18, 20, 23, 25, 33, 36, 39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1240후보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델타차 p3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|d3-d1|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4, 11, 13, 19, 26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1230~1239 사후(in-sample) 과적합 결과 — 62개 패턴 중 이 구간에서 우연히 잘 맞은 컷일 뿐, 1240회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1240회 예측번호 + 1230~1239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80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1240예측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8, 10, 13, 15, 23, 39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(7회)  1231:13   1232:12   1233:7   1234:43   1235:7,43   1236:34   1239:13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2, 10, 18, 20, 25, 33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(5회)  1230:8   1235:15   1236:29   1237:34   1238:18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1, 2, 3, 9, 10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1230:3   1231:13,14   1233:2   1239:11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1, 4, 9, 36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1230:9   1231:4   1232:19   1233:25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1234:43   1236:34   1239:13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델타합 p2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1230:42   1238:38   1239:33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델타차 p3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1234:1   1237:10   1238:2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델타합 p4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1233:40   1235:11   1238:18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|d3-d1|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(2회)  1233:7   1238:13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1230~1239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1240회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1230~1239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1240회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17.1%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1, 2, 3, 21, 23, 28, 32, 40, 45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11.1%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2, 3, 21, 23, 32, 40, 45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2, 32, 45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11.1%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N=4회 (12/70 = 17.1%)  ·  1240회 해당 ◎ 예측번호: 1, 2, 3, 21, 23, 28, 32, 40, 45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1240회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1230~1239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1240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23:5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40:5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45:8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22, 42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40:5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7, 25, 40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11, 22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1230~1239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