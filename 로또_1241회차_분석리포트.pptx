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1241회차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1240회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18.18%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15.24%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78/569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72/525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10/74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35/266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47/365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-9902.85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1241회차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08 24 26 27 28 41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154 · 홀2:짝4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06 26 28 30 41 42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173 · 홀1:짝5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06 09 24 25 31 42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137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18 19 25 30 31 33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156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03 14 19 27 39 44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146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1046~1240회)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1241회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1241회 재출현 유력 번호 (6개, 다음간격 과거 5회↑ 반복): 44, 15, 3, 8, 20, 19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1(1239→1240)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1046~1240회)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1046~1240회)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1241회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1231~1240 각 회차를 직전 데이터로 예측한 패턴 성적 상위 5개 → 그 패턴들의 1241회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13 18 24 35 44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7 8 12 21 33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7(2), 8(2), 44(2), 12, 13, 18, 21, 24, 33, 35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7(2), 8, 42, 44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1231~1240 사후(in-sample) 과적합 결과 — 62개 패턴 중 이 구간에서 우연히 잘 맞은 컷일 뿐, 1241회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1241회 예측번호 + 1231~1240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1241예측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13, 18, 24, 35, 44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1231:13   1232:12   1233:7   1234:43   1235:7,43 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7, 8, 12, 21, 33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1235:15   1236:29   1237:34   1238:18   1240:20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1234:43 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1233:40   1235:11   1238:18   1240:19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1233:7   1238:13   1240:11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1231:31   1238:2   1240:44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1231:14   1233:7   1240:19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1231~1240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1241회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1231~1240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1241회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5, 8, 16, 19, 31, 36, 40, 41, 42, 44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8, 19, 31, 41, 42, 44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(10/72 = 13.9%)  ·  1241회 해당 ◎ 예측번호: 5, 8, 16, 19, 31, 36, 40, 41, 42, 44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1241회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1231~1240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1241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1231~1240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