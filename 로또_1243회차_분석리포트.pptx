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1243회차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1242회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14/87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39/273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72/525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37/269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78/583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9/71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38/299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21/173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12.47%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45/361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10.34%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10.37%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10.84%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3의배수,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3의배수,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3의배수,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미출현,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이웃수(주기),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1243회차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09 15 24 27 30 35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140 · 홀4:짝2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12 20 27 30 35 42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166 · 홀2:짝4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03 09 15 20 24 28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99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09 12 15 21 27 34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118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20 24 27 28 30 35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164 · 홀2:짝4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1048~1242회)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1243회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1243회 재출현 유력 번호 (1개, 다음간격 과거 5회↑ 반복): 29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11(1228→1239)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4(1235→1239)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6(1232→1238)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1(1239→1240)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9(1229→1238)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3(1238→1241)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1048~1242회)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3(1235→1238)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15(1227→1242)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2(1240→1242)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5(1235→1240)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5(1236→1241)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3(1234→1237)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4(1237→1241)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1(1237→1238)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2(1238→1240)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1048~1242회)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11(1231→1242)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10(1230→1240)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2(1240→1242)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5(1237→1242)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4(1233→1237)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2(1237→1239)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13(1226→1239)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7(1231→1238)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4(1238→1242)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16(1222→1238)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6(1235→1241)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1243회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1233~1242 각 회차를 직전 데이터로 예측한 패턴 성적 상위 5개 → 그 패턴들의 1243회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1243후보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9 15 17 32 35 41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7 8 11 38 40 45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41(2), 7, 8, 9, 11, 12, 15, 17, 32, 35, 38, 39, 40, 45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1243후보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8, 12, 39, 41, 45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1233~1242 사후(in-sample) 과적합 결과 — 62개 패턴 중 이 구간에서 우연히 잘 맞은 컷일 뿐, 1243회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1243회 예측번호 + 1233~1242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04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1243예측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9, 15, 17, 32, 35, 41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1233:7   1234:43   1235:7,43   1236:34   1239:13   1240:13   1241:13,24   1242:4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7, 8, 11, 38, 40, 45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1235:15   1236:29   1237:34   1238:18   1240:20   1241:7   1242:41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1233:40   1235:11   1238:18   1240:19   1241:7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1233:7   1240:19   1241:7   1242:10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1234:43   1236:34   1239:13   1240:13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1236:29   1237:34   1241:7   1242:41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1233:7   1238:13   1240:11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1233~1242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1243회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1233~1242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1243회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12.3%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4, 6, 15, 20, 27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15, 20, 27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15, 20, 27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(10/81 = 12.3%)  ·  1243회 해당 ◎ 예측번호: 4, 6, 15, 20, 27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1243회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1233~1242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1243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15:6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27:6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11, 22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1233~1242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