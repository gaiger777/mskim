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1244회차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1243회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16.84%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16/95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49/358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71/525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9/69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77/583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35/276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34/272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11.32%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21/174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37/308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1244회차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01 12 20 21 27 30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111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01 03 15 21 30 42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112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12 15 17 24 28 42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138 · 홀2:짝4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08 17 18 28 29 45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145 · 홀3:짝3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03 12 27 28 30 45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145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1049~1243회)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1244회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1244회 재출현 유력 번호 (5개, 다음간격 과거 5회↑ 반복): 25, 42, 45, 1, 26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4(1239→1243)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4(1235→1239)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6(1232→1238)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1(1239→1240)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9(1229→1238)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3(1238→1241)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1049~1243회)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7(1236→1243)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3(1235→1238)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2(1225→1227)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15(1227→1242)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2(1240→1242)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3(1236→1239)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4(1239→1243)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5(1235→1240)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5(1236→1241)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3(1234→1237)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4(1237→1241)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1(1237→1238)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2(1238→1240)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1049~1243회)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11(1231→1242)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10(1230→1240)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2(1240→1242)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5(1237→1242)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2(1237→1239)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13(1226→1239)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10(1233→1243)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7(1231→1238)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4(1238→1242)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1(1242→1243)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14(1229→1243)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16(1222→1238)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6(1235→1241)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1244회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1234~1243 각 회차를 직전 데이터로 예측한 패턴 성적 상위 5개 → 그 패턴들의 1244회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1244후보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13 19 23 30 34 42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6 9 11 39 42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9(2), 11(2), 19(2), 42(2), 6, 13, 23, 30, 34, 39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1244후보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7, 9, 11, 19, 20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1234~1243 사후(in-sample) 과적합 결과 — 62개 패턴 중 이 구간에서 우연히 잘 맞은 컷일 뿐, 1244회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1244회 예측번호 + 1234~1243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04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1244예측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13, 19, 23, 30, 34, 42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1234:43   1235:7,43   1236:34   1239:13   1240:13   1241:13,24   1242:4   1243:9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6, 9, 11, 39, 42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1235:15   1236:29   1237:34   1238:18   1240:20   1241:7   1242:41   1243:38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1234:43   1236:34   1239:13   1240:13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1236:29   1237:34   1241:7   1242:41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1235:11   1238:18   1240:19   1241:7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1238:2   1240:44   1242:31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1240:19   1241:7   1242:10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1234~1243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1244회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1234~1243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1244회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1, 12, 13, 17, 20, 22, 42, 45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1, 12, 17, 42, 45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(1/10 = 10.0%)  ·  1244회 해당 ◎ 예측번호: -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1244회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1234~1243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1244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12:6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42:6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45:5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11, 22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1234~1243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