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1227회차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1226회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48/297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16/99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14.78%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45/337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70/525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51/412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11.90%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11.66%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7/69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11.76%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40/340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10.75%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4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rk1"/>
          <p:cNvGraphicFramePr/>
          <p:nvPr/>
        </p:nvGraphicFramePr>
        <p:xfrm>
          <a:off x="425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rk2"/>
          <p:cNvGraphicFramePr/>
          <p:nvPr/>
        </p:nvGraphicFramePr>
        <p:xfrm>
          <a:off x="81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1227회차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18 23 24 31 36 42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174 · 홀2:짝4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18 23 28 30 36 39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174 · 홀2:짝4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03 15 18 30 42 43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151 · 홀3:짝3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03 23 30 35 36 42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169 · 홀3:짝3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21 23 24 25 30 42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165 · 홀3:짝3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