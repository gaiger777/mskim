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1227회차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1226회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11/48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5/20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48/297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16.30%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16/99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+0.61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14.78%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30/203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13.59%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39/287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45/337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70/525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12.38%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25/202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12.38%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51/412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11.90%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11.66%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26/223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7/69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11.76%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40/340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4/48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10.30%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17/165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합계균형, 고저균형,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고저균형, 주기300, 간격3회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간격3회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주기300, 간격3회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고저균형, 주기300, 간격3회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간격3회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1227회차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07 15 21 24 27 36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130 · 홀4:짝2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14 15 21 24 27 45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146 · 홀4:짝2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14 15 21 24 30 37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141 · 홀3:짝3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07 14 15 27 30 37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130 · 홀4:짝2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07 15 27 36 37 40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162 · 홀4:짝2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100회 · 1127~1226회)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1227회 − 마지막 재출현회차  ·  ◎ = 다음간격 과거 3회↑ 반복 / ○ = 주기보유 / − = 없음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5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1">
                <a:solidFill>
                  <a:srgbClr val="C00000"/>
                </a:solidFill>
              </a:rPr>
              <a:t>◎ 1227회 재출현 가능성 높음 (다음간격이 과거 3회 이상 반복): 7번(순위43·다음간격1·과거4회반복)  27번(순위5·다음간격1·과거3회반복)  21번(순위18·다음간격5·과거3회반복)  14번(순위20·다음간격2·과거3회반복)  37번(순위33·다음간격2·과거3회반복)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6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2(1135→1137),6(1137→1143),17(1143→1160),13(1160→1173),15(1173→1188),11(1188→1199),2(1199→1201),6(1201→1207),10(1207→1217),4(1217→1221),3(1221→1224)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4(1127→1131),3(1131→1134),5(1134→1139),24(1139→1163),1(1163→1164),2(1164→1166),26(1166→1192),15(1192→1207),8(1207→1215),9(1215→1224)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21(1130→1151),10(1151→1161),1(1161→1162),3(1162→1165),9(1165→1174),4(1174→1178),1(1178→1179),2(1179→1181),1(1181→1182),12(1182→1194),2(1194→1196),5(1196→1201),9(1201→1210),6(1210→1216),3(1216→1219),5(1219→1224)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6(1139→1145),6(1145→1151),17(1151→1168),11(1168→1179),1(1179→1180),2(1180→1182),1(1182→1183),10(1183→1193),2(1193→1195),8(1195→1203),15(1203→1218),7(1218→1225)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8(1133→1141),3(1141→1144),5(1144→1149),1(1149→1150),2(1150→1152),6(1152→1158),4(1158→1162),3(1162→1165),18(1165→1183),5(1183→1188),5(1188→1193),1(1193→1194),2(1194→1196),3(1196→1199),15(1199→1214),8(1214→1222),1(1222→1223),3(1223→1226)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1(1134→1135),22(1135→1157),2(1157→1159),5(1159→1164),1(1164→1165),2(1165→1167),1(1167→1168),12(1168→1180),6(1180→1186),15(1186→1201),1(1201→1202),16(1202→1218),7(1218→1225)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1(1132→1133),1(1133→1134),3(1134→1137),3(1137→1140),36(1140→1176),1(1176→1177),6(1177→1183),9(1183→1192),2(1192→1194),6(1194→1200),2(1200→1202),1(1202→1203),3(1203→1206),3(1206→1209),11(1209→1220),1(1220→1221)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20(1137→1157),1(1157→1158),11(1158→1169),2(1169→1171),33(1171→1204),1(1204→1205),5(1205→1210)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7(1128→1135),12(1135→1147),19(1147→1166),11(1166→1177),3(1177→1180),18(1180→1198),14(1198→1212),8(1212→1220)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10(1131→1141),8(1141→1149),2(1149→1151),2(1151→1153),4(1153→1157),2(1157→1159),14(1159→1173),15(1173→1188),5(1188→1193),4(1193→1197),10(1197→1207),7(1207→1214),5(1214→1219)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2(1128→1130),6(1130→1136),11(1136→1147),13(1147→1160),2(1160→1162),8(1162→1170),2(1170→1172),2(1172→1174),9(1174→1183),8(1183→1191),8(1191→1199),10(1199→1209),2(1209→1211),1(1211→1212),3(1212→1215),6(1215→1221)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1(1142→1143),5(1143→1148),8(1148→1156),2(1156→1158),4(1158→1162),11(1162→1173),7(1173→1180),1(1180→1181),15(1181→1196),5(1196→1201),14(1201→1215),9(1215→1224)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18(1128→1146),1(1146→1147),2(1147→1149),1(1149→1150),2(1150→1152),7(1152→1159),8(1159→1167),9(1167→1176),8(1176→1184),5(1184→1189),3(1189→1192),6(1192→1198),12(1198→1210),3(1210→1213),6(1213→1219),2(1219→1221)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1(1168→1169),19(1169→1188),3(1188→1191),9(1191→1200),5(1200→1205),3(1205→1208),6(1208→1214),2(1214→1216),1(1216→1217)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14(1127→1141),4(1141→1145),2(1145→1147),9(1147→1156),15(1156→1171),1(1171→1172),1(1172→1173),16(1173→1189),6(1189→1195),23(1195→1218),3(1218→1221)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100회 · 1127~1226회)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,1(1136→1137),2(1137→1139),5(1139→1144),1(1144→1145),6(1145→1151),4(1151→1155),13(1155→1168),3(1168→1171),14(1171→1185),4(1185→1189),7(1189→1196),1(1196→1197),5(1197→1202),1(1202→1203),1(1203→1204),9(1204→1213),1(1213→1214),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9(1127→1136),7(1136→1143),5(1143→1148),2(1148→1150),5(1150→1155),15(1155→1170),7(1170→1177),1(1177→1178),5(1178→1183),7(1183→1190),1(1190→1191),9(1191→1200),1(1200→1201),5(1201→1206),3(1206→1209),3(1209→1212)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9(1130→1139),5(1139→1144),6(1144→1150),2(1150→1152),4(1152→1156),4(1156→1160),15(1160→1175),4(1175→1179),4(1179→1183),17(1183→1200),3(1200→1203),5(1203→1208),3(1208→1211),5(1211→1216),6(1216→1222)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2(1136→1138),1(1138→1139),3(1139→1142),2(1142→1144),14(1144→1158),7(1158→1165),3(1165→1168),3(1168→1171),11(1171→1182),11(1182→1193),1(1193→1194),1(1194→1195),2(1195→1197),1(1197→1198),1(1198→1199)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1(1129→1130),1(1130→1131),6(1131→1137),9(1137→1146),2(1146→1148),4(1148→1152),1(1152→1153),2(1153→1155),5(1155→1160),3(1160→1163),25(1163→1188),10(1188→1198),17(1198→1215),8(1215→1223),2(1223→1225)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7(1127→1134),6(1134→1140),2(1140→1142),6(1142→1148),2(1148→1150),5(1150→1155),4(1155→1159),22(1159→1181),4(1181→1185),19(1185→1204),4(1204→1208),1(1208→1209),2(1209→1211)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4(1152→1156),4(1156→1160),4(1160→1164),5(1164→1169),13(1169→1182),11(1182→1193),2(1193→1195),12(1195→1207),7(1207→1214),8(1214→1222),4(1222→1226)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8(1132→1140),3(1140→1143),6(1143→1149),5(1149→1154),9(1154→1163),1(1163→1164),23(1164→1187),3(1187→1190),5(1190→1195),3(1195→1198),16(1198→1214),9(1214→1223)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4(1144→1148),10(1148→1158),9(1158→1167),3(1167→1170),5(1170→1175),15(1175→1190),6(1190→1196),3(1196→1199),17(1199→1216),7(1216→1223)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17(1131→1148),27(1148→1175),1(1175→1176),9(1176→1185),8(1185→1193),15(1193→1208),16(1208→1224)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1(1136→1137),5(1137→1142),24(1142→1166),9(1166→1175),10(1175→1185),6(1185→1191),1(1191→1192),14(1192→1206),1(1206→1207),6(1207→1213)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,3(1132→1135),3(1135→1138),8(1138→1146),6(1146→1152),14(1152→1166),9(1166→1175),2(1175→1177),5(1177→1182),7(1182→1189),1(1189→1190),1(1190→1191),1(1191→1192),5(1192→1197),10(1197→1207),2(1207→1209),2(1209→1211),1(1211→1212),4(1212→1216),3(1216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13(1127→1140),2(1140→1142),1(1142→1143),2(1143→1145),2(1145→1147),4(1147→1151),3(1151→1154),3(1154→1157),3(1157→1160),10(1160→1170),8(1170→1178),21(1178→1199),19(1199→1218)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7(1139→1146),15(1146→1161),6(1161→1167),36(1167→1203),7(1203→1210),15(1210→1225)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15(1149→1164),5(1164→1169),3(1169→1172),13(1172→1185),2(1185→1187),22(1187→1209),4(1209→1213),2(1213→1215)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100회 · 1127~1226회)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2(1130→1132),2(1132→1134),6(1134→1140),3(1140→1143),15(1143→1158),3(1158→1161),1(1161→1162),2(1162→1164),6(1164→1170),14(1170→1184),6(1184→1190),8(1190→1198),4(1198→1202),3(1202→1205),13(1205→1218)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7(1135→1142),11(1142→1153),1(1153→1154),12(1154→1166),6(1166→1172),2(1172→1174),12(1174→1186),1(1186→1187),7(1187→1194),12(1194→1206),14(1206→1220),3(1220→1223),1(1223→1224)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10(1128→1138),3(1138→1141),6(1141→1147),10(1147→1157),2(1157→1159),15(1159→1174),12(1174→1186),20(1186→1206),5(1206→1211),2(1211→1213),5(1213→1218),2(1218→1220),5(1220→1225)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7(1133→1140),4(1140→1144),9(1144→1153),3(1153→1156),15(1156→1171),8(1171→1179),2(1179→1181),8(1181→1189),13(1189→1202),2(1202→1204),1(1204→1205),3(1205→1208),3(1208→1211),1(1211→1212),5(1212→1217),2(1217→1219)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4(1134→1138),25(1138→1163),6(1163→1169),20(1169→1189),1(1189→1190),5(1190→1195),5(1195→1200),12(1200→1212),14(1212→1226)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2(1129→1131),2(1131→1133),21(1133→1154),7(1154→1161),1(1161→1162),3(1162→1165),11(1165→1176),1(1176→1177),4(1177→1181),1(1181→1182),2(1182→1184),3(1184→1187),7(1187→1194),11(1194→1205),3(1205→1208),14(1208→1222)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3(1129→1132),1(1132→1133),5(1133→1138),7(1138→1145),9(1145→1154),1(1154→1155),16(1155→1171),15(1171→1186),36(1186→1222),4(1222→1226)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12(1129→1141),12(1141→1153),1(1153→1154),22(1154→1176),8(1176→1184),16(1184→1200),2(1200→1202)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4(1129→1133),5(1133→1138),18(1138→1156),1(1156→1157),6(1157→1163),7(1163→1170),4(1170→1174),4(1174→1178),6(1178→1184),1(1184→1185),18(1185→1203)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18(1128→1146),21(1146→1167),6(1167→1173),1(1173→1174),10(1174→1184),3(1184→1187),17(1187→1204),2(1204→1206),17(1206→1223)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8(1151→1159),2(1159→1161),5(1161→1166),10(1166→1176),2(1176→1178),1(1178→1179),18(1179→1197),8(1197→1205),12(1205→1217),3(1217→1220),6(1220→1226)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13(1132→1145),4(1145→1149),20(1149→1169),3(1169→1172),3(1172→1175),5(1175→1180),17(1180→1197),7(1197→1204)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3(1127→1130),20(1130→1150),3(1150→1153),19(1153→1172),1(1172→1173),8(1173→1181),5(1181→1186),1(1186→1187),1(1187→1188),3(1188→1191),10(1191→1201),9(1201→1210),6(1210→1216),4(1216→1220),5(1220→1225),1(1225→1226)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15(1146→1161),2(1161→1163),2(1163→1165),2(1165→1167),19(1167→1186),6(1186→1192),4(1192→1196),14(1196→1210),7(1210→1217),4(1217→1221),1(1221→1222)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6(1129→1135),1(1135→1136),5(1136→1141),14(1141→1155),13(1155→1168),9(1168→1177),1(1177→1178),1(1178→1179),1(1179→1180),33(1180→1213),2(1213→1215),2(1215→1217)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