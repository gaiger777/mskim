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1227회차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1226회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48/297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+0.94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12/70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16/99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45/337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70/525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51/412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11.66%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40/340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13.17%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12.17%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4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4.71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rk1"/>
          <p:cNvGraphicFramePr/>
          <p:nvPr/>
        </p:nvGraphicFramePr>
        <p:xfrm>
          <a:off x="425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rk2"/>
          <p:cNvGraphicFramePr/>
          <p:nvPr/>
        </p:nvGraphicFramePr>
        <p:xfrm>
          <a:off x="81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1227회차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02 15 24 30 39 43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153 · 홀3:짝3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09 15 24 27 34 38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147 · 홀3:짝3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18 24 30 33 34 35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174 · 홀2:짝4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03 15 21 33 34 39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145 · 홀5:짝1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15 23 24 31 34 37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164 · 홀4:짝2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