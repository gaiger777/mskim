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10"/>
    <p:sldId id="257" r:id="rId11"/>
    <p:sldId id="258" r:id="rId12"/>
    <p:sldId id="259" r:id="rId13"/>
  </p:sldIdLst>
  <p:sldSz cx="12192000" cy="6858000" type="screen16x9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400" b="1">
                <a:solidFill>
                  <a:srgbClr val="1F3864"/>
                </a:solidFill>
              </a:rPr>
              <a:t>1227회차 로또 패턴 분석 리포트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20000"/>
            <a:ext cx="11392000" cy="4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200" b="0">
                <a:solidFill>
                  <a:srgbClr val="808080"/>
                </a:solidFill>
              </a:rPr>
              <a:t>기준 1226회 · 학습창 200주 · 분석기 가중치 = 효과크기 z (소표본 보정)</a:t>
            </a:r>
          </a:p>
        </p:txBody>
      </p:sp>
      <p:sp>
        <p:nvSpPr>
          <p:cNvPr id="4" name="zt"/>
          <p:cNvSpPr txBox="1"/>
          <p:nvPr/>
        </p:nvSpPr>
        <p:spPr>
          <a:xfrm>
            <a:off x="400000" y="1300000"/>
            <a:ext cx="5800000" cy="32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400" b="1">
                <a:solidFill>
                  <a:srgbClr val="C00000"/>
                </a:solidFill>
              </a:rPr>
              <a:t>패턴별 효과크기(z·가중치) 순위</a:t>
            </a:r>
          </a:p>
        </p:txBody>
      </p:sp>
      <p:graphicFrame>
        <p:nvGraphicFramePr>
          <p:cNvPr id="5" name="ztbl"/>
          <p:cNvGraphicFramePr/>
          <p:nvPr/>
        </p:nvGraphicFramePr>
        <p:xfrm>
          <a:off x="400000" y="1660000"/>
          <a:ext cx="5500000" cy="4900000"/>
        </p:xfrm>
        <a:graphic>
          <a:graphicData uri="http://schemas.openxmlformats.org/drawingml/2006/table">
            <a:tbl>
              <a:tblPr firstRow="1" bandRow="1"/>
              <a:tblGrid>
                <a:gridCol w="620000"/>
                <a:gridCol w="1500000"/>
                <a:gridCol w="760000"/>
                <a:gridCol w="820000"/>
                <a:gridCol w="1100000"/>
                <a:gridCol w="700000"/>
              </a:tblGrid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z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정확도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적중/예측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반영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장기미출현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+1.95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22.92%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11/48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오프셋(주기)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+1.53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25.00%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5/20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출현주기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+1.43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16.16%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48/297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이월수(주기)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+1.19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25.00%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3/12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5의배수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+1.01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16.30%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22/135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연승패턴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+0.83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16.16%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16/99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3의배수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+0.78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15.11%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34/225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궁합수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+0.61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14.78%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30/203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미출현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+0.13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13.59%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39/287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끝수이월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+0.01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13.35%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45/337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누적빈도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+0.00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13.33%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90/675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+0.00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13.33%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70/525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끝수통계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+0.00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13.33%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90/675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AC패턴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+0.00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13.33%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90/675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번호대빈도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+0.00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13.33%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90/675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고저균형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12.38%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25/202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이웃수(주기)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-0.54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10.00%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3/30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멸구간(주기)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-0.57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12.38%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51/412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소수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-0.61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11.90%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25/210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홀짝균형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-0.74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11.66%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26/223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커스텀패턴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-0.78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10.14%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7/69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최근강세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-0.85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11.76%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40/340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대각선(주기)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-1.02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8.33%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4/48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연번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-1.15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10.30%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17/165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dt"/>
          <p:cNvSpPr txBox="1"/>
          <p:nvPr/>
        </p:nvSpPr>
        <p:spPr>
          <a:xfrm>
            <a:off x="6700000" y="1300000"/>
            <a:ext cx="5000000" cy="32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400" b="1">
                <a:solidFill>
                  <a:srgbClr val="C00000"/>
                </a:solidFill>
              </a:rPr>
              <a:t>추천 순위그룹별 당첨 분포 (최근 200주)</a:t>
            </a:r>
          </a:p>
        </p:txBody>
      </p:sp>
      <p:graphicFrame>
        <p:nvGraphicFramePr>
          <p:cNvPr id="7" name="dtbl"/>
          <p:cNvGraphicFramePr/>
          <p:nvPr/>
        </p:nvGraphicFramePr>
        <p:xfrm>
          <a:off x="6700000" y="1660000"/>
          <a:ext cx="3700000" cy="3000000"/>
        </p:xfrm>
        <a:graphic>
          <a:graphicData uri="http://schemas.openxmlformats.org/drawingml/2006/table">
            <a:tbl>
              <a:tblPr firstRow="1" bandRow="1"/>
              <a:tblGrid>
                <a:gridCol w="1500000"/>
                <a:gridCol w="1100000"/>
                <a:gridCol w="11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 그룹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당첨 횟수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비율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1-5위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154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333333"/>
                          </a:solidFill>
                        </a:rPr>
                        <a:t>12.83%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6-10위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11.50%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11-15위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11.67%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16-20위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147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12.25%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21-25위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10.75%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26-30위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11.08%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31-35위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10.58%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36-40위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10.08%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41-45위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9.25%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summary"/>
          <p:cNvSpPr txBox="1"/>
          <p:nvPr/>
        </p:nvSpPr>
        <p:spPr>
          <a:xfrm>
            <a:off x="6700000" y="4910000"/>
            <a:ext cx="5000000" cy="1600000"/>
          </a:xfrm>
          <a:prstGeom prst="rect">
            <a:avLst/>
          </a:prstGeom>
        </p:spPr>
        <p:txBody>
          <a:bodyPr wrap="square"/>
          <a:lstStyle/>
          <a:p>
            <a:br/>
            <a:r>
              <a:rPr lang="ko-KR" sz="1000" b="0">
                <a:solidFill>
                  <a:srgbClr val="A6A6A6"/>
                </a:solidFill>
              </a:rPr>
              <a:t>※ 로또는 독립 난수 — 본 리포트는 통계적 참고용이며 적중을 보장하지 않습니다.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200" b="1">
                <a:solidFill>
                  <a:srgbClr val="1F3864"/>
                </a:solidFill>
              </a:rPr>
              <a:t>1~45 종합 순위 (분석기 가중 합산 점수)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00000"/>
            <a:ext cx="11392000" cy="36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200" b="0">
                <a:solidFill>
                  <a:srgbClr val="808080"/>
                </a:solidFill>
              </a:rPr>
              <a:t>노랑 음영 = 자동 추천 5게임에 포함된 번호</a:t>
            </a:r>
          </a:p>
        </p:txBody>
      </p:sp>
      <p:graphicFrame>
        <p:nvGraphicFramePr>
          <p:cNvPr id="4" name="rk0"/>
          <p:cNvGraphicFramePr/>
          <p:nvPr/>
        </p:nvGraphicFramePr>
        <p:xfrm>
          <a:off x="400000" y="1300000"/>
          <a:ext cx="4080000" cy="5120000"/>
        </p:xfrm>
        <a:graphic>
          <a:graphicData uri="http://schemas.openxmlformats.org/drawingml/2006/table">
            <a:tbl>
              <a:tblPr firstRow="1" bandRow="1"/>
              <a:tblGrid>
                <a:gridCol w="640000"/>
                <a:gridCol w="760000"/>
                <a:gridCol w="1080000"/>
                <a:gridCol w="1600000"/>
              </a:tblGrid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점수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기여 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4.70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3의배수,…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3.90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3의배수,…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3.54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3의배수,…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3.63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3의배수,…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3.18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3의배수, 합계균형…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3.10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출현주기,…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3.41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출현주기,…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2.98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출현주기,…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2.95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출현주기,…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2.80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출현주기,…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2.84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3의배수,…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2.79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3의배수, 합계균형…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3의배수, 고저균형…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출현주기,…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3의배수, 합계균형…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rk1"/>
          <p:cNvGraphicFramePr/>
          <p:nvPr/>
        </p:nvGraphicFramePr>
        <p:xfrm>
          <a:off x="4250000" y="1300000"/>
          <a:ext cx="4080000" cy="5120000"/>
        </p:xfrm>
        <a:graphic>
          <a:graphicData uri="http://schemas.openxmlformats.org/drawingml/2006/table">
            <a:tbl>
              <a:tblPr firstRow="1" bandRow="1"/>
              <a:tblGrid>
                <a:gridCol w="640000"/>
                <a:gridCol w="760000"/>
                <a:gridCol w="1080000"/>
                <a:gridCol w="1600000"/>
              </a:tblGrid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점수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기여 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출현주기,…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출현주기,…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3의배수, 합계균형…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3의배수, 고저균형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출현주기,…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3의배수,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1.84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출현주기,…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1.92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3의배수, 출현주기…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1.84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합계균형, 고저균형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1.78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합계균형, 고저균형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1.67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합계균형, 고저균형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1.54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합계균형, 커스텀패턴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1.50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합계균형, 고저균형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3의배수,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rk2"/>
          <p:cNvGraphicFramePr/>
          <p:nvPr/>
        </p:nvGraphicFramePr>
        <p:xfrm>
          <a:off x="8100000" y="1300000"/>
          <a:ext cx="4080000" cy="5120000"/>
        </p:xfrm>
        <a:graphic>
          <a:graphicData uri="http://schemas.openxmlformats.org/drawingml/2006/table">
            <a:tbl>
              <a:tblPr firstRow="1" bandRow="1"/>
              <a:tblGrid>
                <a:gridCol w="640000"/>
                <a:gridCol w="760000"/>
                <a:gridCol w="1080000"/>
                <a:gridCol w="1600000"/>
              </a:tblGrid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점수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기여 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출현주기,…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3의배수,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출현주기, 합계균형…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1.01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고저균형,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고저균형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0.90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0.67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0.73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0.50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출현주기, 합계균형…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200" b="1">
                <a:solidFill>
                  <a:srgbClr val="1F3864"/>
                </a:solidFill>
              </a:rPr>
              <a:t>1227회차 자동 추천 5게임 · 로또 용지 표기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20000"/>
            <a:ext cx="11392000" cy="36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200" b="0">
                <a:solidFill>
                  <a:srgbClr val="808080"/>
                </a:solidFill>
              </a:rPr>
              <a:t>로또 용지(7열×7행) · 빨강 = 선택 번호 · 세로열 최대 2개</a:t>
            </a:r>
          </a:p>
        </p:txBody>
      </p:sp>
      <p:sp>
        <p:nvSpPr>
          <p:cNvPr id="4" name="lblA"/>
          <p:cNvSpPr txBox="1"/>
          <p:nvPr/>
        </p:nvSpPr>
        <p:spPr>
          <a:xfrm>
            <a:off x="400000" y="135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600" b="1">
                <a:solidFill>
                  <a:srgbClr val="C00000"/>
                </a:solidFill>
              </a:rPr>
              <a:t>A 게임</a:t>
            </a:r>
          </a:p>
        </p:txBody>
      </p:sp>
      <p:graphicFrame>
        <p:nvGraphicFramePr>
          <p:cNvPr id="5" name="gridA"/>
          <p:cNvGraphicFramePr/>
          <p:nvPr/>
        </p:nvGraphicFramePr>
        <p:xfrm>
          <a:off x="400000" y="1750000"/>
          <a:ext cx="2100000" cy="2100000"/>
        </p:xfrm>
        <a:graphic>
          <a:graphicData uri="http://schemas.openxmlformats.org/drawingml/2006/table">
            <a:tbl>
              <a:tblPr firstRow="0" bandRow="0"/>
              <a:tblGrid>
                <a:gridCol w="300000"/>
                <a:gridCol w="300000"/>
                <a:gridCol w="300000"/>
                <a:gridCol w="300000"/>
                <a:gridCol w="300000"/>
                <a:gridCol w="300000"/>
                <a:gridCol w="3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6" name="numA"/>
          <p:cNvSpPr txBox="1"/>
          <p:nvPr/>
        </p:nvSpPr>
        <p:spPr>
          <a:xfrm>
            <a:off x="400000" y="3950000"/>
            <a:ext cx="2100000" cy="40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100" b="1">
                <a:solidFill>
                  <a:srgbClr val="1F3864"/>
                </a:solidFill>
              </a:rPr>
              <a:t>07 21 27 30 36 43</a:t>
            </a:r>
          </a:p>
        </p:txBody>
      </p:sp>
      <p:sp>
        <p:nvSpPr>
          <p:cNvPr id="7" name="metaA"/>
          <p:cNvSpPr txBox="1"/>
          <p:nvPr/>
        </p:nvSpPr>
        <p:spPr>
          <a:xfrm>
            <a:off x="400000" y="437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000" b="0">
                <a:solidFill>
                  <a:srgbClr val="808080"/>
                </a:solidFill>
              </a:rPr>
              <a:t>합 164 · 홀4:짝2</a:t>
            </a:r>
          </a:p>
        </p:txBody>
      </p:sp>
      <p:sp>
        <p:nvSpPr>
          <p:cNvPr id="8" name="lblB"/>
          <p:cNvSpPr txBox="1"/>
          <p:nvPr/>
        </p:nvSpPr>
        <p:spPr>
          <a:xfrm>
            <a:off x="2723000" y="135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600" b="1">
                <a:solidFill>
                  <a:srgbClr val="C00000"/>
                </a:solidFill>
              </a:rPr>
              <a:t>B 게임</a:t>
            </a:r>
          </a:p>
        </p:txBody>
      </p:sp>
      <p:graphicFrame>
        <p:nvGraphicFramePr>
          <p:cNvPr id="9" name="gridB"/>
          <p:cNvGraphicFramePr/>
          <p:nvPr/>
        </p:nvGraphicFramePr>
        <p:xfrm>
          <a:off x="2723000" y="1750000"/>
          <a:ext cx="2100000" cy="2100000"/>
        </p:xfrm>
        <a:graphic>
          <a:graphicData uri="http://schemas.openxmlformats.org/drawingml/2006/table">
            <a:tbl>
              <a:tblPr firstRow="0" bandRow="0"/>
              <a:tblGrid>
                <a:gridCol w="300000"/>
                <a:gridCol w="300000"/>
                <a:gridCol w="300000"/>
                <a:gridCol w="300000"/>
                <a:gridCol w="300000"/>
                <a:gridCol w="300000"/>
                <a:gridCol w="3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10" name="numB"/>
          <p:cNvSpPr txBox="1"/>
          <p:nvPr/>
        </p:nvSpPr>
        <p:spPr>
          <a:xfrm>
            <a:off x="2723000" y="3950000"/>
            <a:ext cx="2100000" cy="40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100" b="1">
                <a:solidFill>
                  <a:srgbClr val="1F3864"/>
                </a:solidFill>
              </a:rPr>
              <a:t>07 21 24 27 30 40</a:t>
            </a:r>
          </a:p>
        </p:txBody>
      </p:sp>
      <p:sp>
        <p:nvSpPr>
          <p:cNvPr id="11" name="metaB"/>
          <p:cNvSpPr txBox="1"/>
          <p:nvPr/>
        </p:nvSpPr>
        <p:spPr>
          <a:xfrm>
            <a:off x="2723000" y="437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000" b="0">
                <a:solidFill>
                  <a:srgbClr val="808080"/>
                </a:solidFill>
              </a:rPr>
              <a:t>합 149 · 홀3:짝3</a:t>
            </a:r>
          </a:p>
        </p:txBody>
      </p:sp>
      <p:sp>
        <p:nvSpPr>
          <p:cNvPr id="12" name="lblC"/>
          <p:cNvSpPr txBox="1"/>
          <p:nvPr/>
        </p:nvSpPr>
        <p:spPr>
          <a:xfrm>
            <a:off x="5046000" y="135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600" b="1">
                <a:solidFill>
                  <a:srgbClr val="C00000"/>
                </a:solidFill>
              </a:rPr>
              <a:t>C 게임</a:t>
            </a:r>
          </a:p>
        </p:txBody>
      </p:sp>
      <p:graphicFrame>
        <p:nvGraphicFramePr>
          <p:cNvPr id="13" name="gridC"/>
          <p:cNvGraphicFramePr/>
          <p:nvPr/>
        </p:nvGraphicFramePr>
        <p:xfrm>
          <a:off x="5046000" y="1750000"/>
          <a:ext cx="2100000" cy="2100000"/>
        </p:xfrm>
        <a:graphic>
          <a:graphicData uri="http://schemas.openxmlformats.org/drawingml/2006/table">
            <a:tbl>
              <a:tblPr firstRow="0" bandRow="0"/>
              <a:tblGrid>
                <a:gridCol w="300000"/>
                <a:gridCol w="300000"/>
                <a:gridCol w="300000"/>
                <a:gridCol w="300000"/>
                <a:gridCol w="300000"/>
                <a:gridCol w="300000"/>
                <a:gridCol w="3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14" name="numC"/>
          <p:cNvSpPr txBox="1"/>
          <p:nvPr/>
        </p:nvSpPr>
        <p:spPr>
          <a:xfrm>
            <a:off x="5046000" y="3950000"/>
            <a:ext cx="2100000" cy="40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100" b="1">
                <a:solidFill>
                  <a:srgbClr val="1F3864"/>
                </a:solidFill>
              </a:rPr>
              <a:t>07 15 21 27 36 40</a:t>
            </a:r>
          </a:p>
        </p:txBody>
      </p:sp>
      <p:sp>
        <p:nvSpPr>
          <p:cNvPr id="15" name="metaC"/>
          <p:cNvSpPr txBox="1"/>
          <p:nvPr/>
        </p:nvSpPr>
        <p:spPr>
          <a:xfrm>
            <a:off x="5046000" y="437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000" b="0">
                <a:solidFill>
                  <a:srgbClr val="808080"/>
                </a:solidFill>
              </a:rPr>
              <a:t>합 146 · 홀4:짝2</a:t>
            </a:r>
          </a:p>
        </p:txBody>
      </p:sp>
      <p:sp>
        <p:nvSpPr>
          <p:cNvPr id="16" name="lblD"/>
          <p:cNvSpPr txBox="1"/>
          <p:nvPr/>
        </p:nvSpPr>
        <p:spPr>
          <a:xfrm>
            <a:off x="7369000" y="135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600" b="1">
                <a:solidFill>
                  <a:srgbClr val="C00000"/>
                </a:solidFill>
              </a:rPr>
              <a:t>D 게임</a:t>
            </a:r>
          </a:p>
        </p:txBody>
      </p:sp>
      <p:graphicFrame>
        <p:nvGraphicFramePr>
          <p:cNvPr id="17" name="gridD"/>
          <p:cNvGraphicFramePr/>
          <p:nvPr/>
        </p:nvGraphicFramePr>
        <p:xfrm>
          <a:off x="7369000" y="1750000"/>
          <a:ext cx="2100000" cy="2100000"/>
        </p:xfrm>
        <a:graphic>
          <a:graphicData uri="http://schemas.openxmlformats.org/drawingml/2006/table">
            <a:tbl>
              <a:tblPr firstRow="0" bandRow="0"/>
              <a:tblGrid>
                <a:gridCol w="300000"/>
                <a:gridCol w="300000"/>
                <a:gridCol w="300000"/>
                <a:gridCol w="300000"/>
                <a:gridCol w="300000"/>
                <a:gridCol w="300000"/>
                <a:gridCol w="3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18" name="numD"/>
          <p:cNvSpPr txBox="1"/>
          <p:nvPr/>
        </p:nvSpPr>
        <p:spPr>
          <a:xfrm>
            <a:off x="7369000" y="3950000"/>
            <a:ext cx="2100000" cy="40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100" b="1">
                <a:solidFill>
                  <a:srgbClr val="1F3864"/>
                </a:solidFill>
              </a:rPr>
              <a:t>07 21 24 27 36 38</a:t>
            </a:r>
          </a:p>
        </p:txBody>
      </p:sp>
      <p:sp>
        <p:nvSpPr>
          <p:cNvPr id="19" name="metaD"/>
          <p:cNvSpPr txBox="1"/>
          <p:nvPr/>
        </p:nvSpPr>
        <p:spPr>
          <a:xfrm>
            <a:off x="7369000" y="437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000" b="0">
                <a:solidFill>
                  <a:srgbClr val="808080"/>
                </a:solidFill>
              </a:rPr>
              <a:t>합 153 · 홀3:짝3</a:t>
            </a:r>
          </a:p>
        </p:txBody>
      </p:sp>
      <p:sp>
        <p:nvSpPr>
          <p:cNvPr id="20" name="lblE"/>
          <p:cNvSpPr txBox="1"/>
          <p:nvPr/>
        </p:nvSpPr>
        <p:spPr>
          <a:xfrm>
            <a:off x="9692000" y="135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600" b="1">
                <a:solidFill>
                  <a:srgbClr val="C00000"/>
                </a:solidFill>
              </a:rPr>
              <a:t>E 게임</a:t>
            </a:r>
          </a:p>
        </p:txBody>
      </p:sp>
      <p:graphicFrame>
        <p:nvGraphicFramePr>
          <p:cNvPr id="21" name="gridE"/>
          <p:cNvGraphicFramePr/>
          <p:nvPr/>
        </p:nvGraphicFramePr>
        <p:xfrm>
          <a:off x="9692000" y="1750000"/>
          <a:ext cx="2100000" cy="2100000"/>
        </p:xfrm>
        <a:graphic>
          <a:graphicData uri="http://schemas.openxmlformats.org/drawingml/2006/table">
            <a:tbl>
              <a:tblPr firstRow="0" bandRow="0"/>
              <a:tblGrid>
                <a:gridCol w="300000"/>
                <a:gridCol w="300000"/>
                <a:gridCol w="300000"/>
                <a:gridCol w="300000"/>
                <a:gridCol w="300000"/>
                <a:gridCol w="300000"/>
                <a:gridCol w="3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22" name="numE"/>
          <p:cNvSpPr txBox="1"/>
          <p:nvPr/>
        </p:nvSpPr>
        <p:spPr>
          <a:xfrm>
            <a:off x="9692000" y="3950000"/>
            <a:ext cx="2100000" cy="40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100" b="1">
                <a:solidFill>
                  <a:srgbClr val="1F3864"/>
                </a:solidFill>
              </a:rPr>
              <a:t>03 07 15 21 27 30</a:t>
            </a:r>
          </a:p>
        </p:txBody>
      </p:sp>
      <p:sp>
        <p:nvSpPr>
          <p:cNvPr id="23" name="metaE"/>
          <p:cNvSpPr txBox="1"/>
          <p:nvPr/>
        </p:nvSpPr>
        <p:spPr>
          <a:xfrm>
            <a:off x="9692000" y="437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000" b="0">
                <a:solidFill>
                  <a:srgbClr val="808080"/>
                </a:solidFill>
              </a:rPr>
              <a:t>합 103 · 홀5:짝1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800" b="1">
                <a:solidFill>
                  <a:srgbClr val="1F3864"/>
                </a:solidFill>
              </a:rPr>
              <a:t>순위별 당첨 재출현 통계 + 간격(차이수) 반복 분석 (최근 100회 · 1127~1226회)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760000"/>
            <a:ext cx="11392000" cy="36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50" b="0">
                <a:solidFill>
                  <a:srgbClr val="808080"/>
                </a:solidFill>
              </a:rPr>
              <a:t>적중 = 그 순위 추천번호가 당첨이었던 횟수  ·  다음간격 = 1227회 − 마지막 재출현회차  ·  가능성 ◎ = 다음간격이 과거 3회↑ 반복 / ○ = 간격 주기보유 / − = 없음</a:t>
            </a:r>
          </a:p>
        </p:txBody>
      </p:sp>
      <p:sp>
        <p:nvSpPr>
          <p:cNvPr id="4" name="banner"/>
          <p:cNvSpPr txBox="1"/>
          <p:nvPr/>
        </p:nvSpPr>
        <p:spPr>
          <a:xfrm>
            <a:off x="400000" y="1120000"/>
            <a:ext cx="11392000" cy="36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150" b="1">
                <a:solidFill>
                  <a:srgbClr val="C00000"/>
                </a:solidFill>
              </a:rPr>
              <a:t>◎ 1227회 재출현 가능성 높음 (다음간격이 과거 3회 이상 반복): 7번(순위43·다음간격1·과거4회반복)  27번(순위5·다음간격1·과거3회반복)  21번(순위18·다음간격5·과거3회반복)  14번(순위20·다음간격2·과거3회반복)  37번(순위33·다음간격2·과거3회반복)</a:t>
            </a:r>
          </a:p>
        </p:txBody>
      </p:sp>
      <p:graphicFrame>
        <p:nvGraphicFramePr>
          <p:cNvPr id="5" name="rh0"/>
          <p:cNvGraphicFramePr/>
          <p:nvPr/>
        </p:nvGraphicFramePr>
        <p:xfrm>
          <a:off x="266000" y="1560000"/>
          <a:ext cx="3740000" cy="4800000"/>
        </p:xfrm>
        <a:graphic>
          <a:graphicData uri="http://schemas.openxmlformats.org/drawingml/2006/table">
            <a:tbl>
              <a:tblPr firstRow="1" bandRow="1"/>
              <a:tblGrid>
                <a:gridCol w="440000"/>
                <a:gridCol w="480000"/>
                <a:gridCol w="440000"/>
                <a:gridCol w="1280000"/>
                <a:gridCol w="560000"/>
                <a:gridCol w="54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적중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간격(차이수)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다음간격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가능성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333333"/>
                          </a:solidFill>
                        </a:rPr>
                        <a:t>1위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80" b="1">
                          <a:solidFill>
                            <a:srgbClr val="BF8F00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C00000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640" b="0">
                          <a:solidFill>
                            <a:srgbClr val="808080"/>
                          </a:solidFill>
                        </a:rPr>
                        <a:t>2,6,17,13,15,11,2,6,10,4,3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1F3864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20" b="1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333333"/>
                          </a:solidFill>
                        </a:rPr>
                        <a:t>2위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80" b="1">
                          <a:solidFill>
                            <a:srgbClr val="BF8F00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C00000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640" b="0">
                          <a:solidFill>
                            <a:srgbClr val="808080"/>
                          </a:solidFill>
                        </a:rPr>
                        <a:t>4,3,5,24,1,2,26,15,8,9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1F3864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20" b="1">
                          <a:solidFill>
                            <a:srgbClr val="C0C0C0"/>
                          </a:solidFill>
                        </a:rPr>
                        <a:t>-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333333"/>
                          </a:solidFill>
                        </a:rPr>
                        <a:t>3위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80" b="1">
                          <a:solidFill>
                            <a:srgbClr val="BF8F00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C00000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640" b="0">
                          <a:solidFill>
                            <a:srgbClr val="808080"/>
                          </a:solidFill>
                        </a:rPr>
                        <a:t>21,10,1,3,9,4,1,2,1,12,2,5,9,6,3,5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1F3864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20" b="1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0">
                          <a:solidFill>
                            <a:srgbClr val="333333"/>
                          </a:solidFill>
                        </a:rPr>
                        <a:t>4위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80" b="1">
                          <a:solidFill>
                            <a:srgbClr val="1F3864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C00000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640" b="0">
                          <a:solidFill>
                            <a:srgbClr val="808080"/>
                          </a:solidFill>
                        </a:rPr>
                        <a:t>6,6,17,11,1,2,1,10,2,8,15,7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1F3864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20" b="1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0">
                          <a:solidFill>
                            <a:srgbClr val="333333"/>
                          </a:solidFill>
                        </a:rPr>
                        <a:t>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80" b="1">
                          <a:solidFill>
                            <a:srgbClr val="1F3864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C00000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640" b="0">
                          <a:solidFill>
                            <a:srgbClr val="808080"/>
                          </a:solidFill>
                        </a:rPr>
                        <a:t>8,3,5,1,2,6,4,3,18,5,5,1,2,3,15,8,1,3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1F3864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20" b="1">
                          <a:solidFill>
                            <a:srgbClr val="C00000"/>
                          </a:solidFill>
                        </a:rPr>
                        <a:t>◎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0">
                          <a:solidFill>
                            <a:srgbClr val="333333"/>
                          </a:solidFill>
                        </a:rPr>
                        <a:t>6위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80" b="1">
                          <a:solidFill>
                            <a:srgbClr val="1F3864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C00000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640" b="0">
                          <a:solidFill>
                            <a:srgbClr val="808080"/>
                          </a:solidFill>
                        </a:rPr>
                        <a:t>1,22,2,5,1,2,1,12,6,15,1,16,7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1F3864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20" b="1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0">
                          <a:solidFill>
                            <a:srgbClr val="333333"/>
                          </a:solidFill>
                        </a:rPr>
                        <a:t>7위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80" b="1">
                          <a:solidFill>
                            <a:srgbClr val="1F3864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C00000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640" b="0">
                          <a:solidFill>
                            <a:srgbClr val="808080"/>
                          </a:solidFill>
                        </a:rPr>
                        <a:t>1,1,3,3,36,1,6,9,2,6,2,1,3,3,11,1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1F3864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20" b="1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0">
                          <a:solidFill>
                            <a:srgbClr val="333333"/>
                          </a:solidFill>
                        </a:rPr>
                        <a:t>8위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80" b="1">
                          <a:solidFill>
                            <a:srgbClr val="1F3864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C00000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640" b="0">
                          <a:solidFill>
                            <a:srgbClr val="808080"/>
                          </a:solidFill>
                        </a:rPr>
                        <a:t>20,1,11,2,33,1,5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1F3864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20" b="1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0">
                          <a:solidFill>
                            <a:srgbClr val="333333"/>
                          </a:solidFill>
                        </a:rPr>
                        <a:t>9위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80" b="1">
                          <a:solidFill>
                            <a:srgbClr val="1F3864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C00000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640" b="0">
                          <a:solidFill>
                            <a:srgbClr val="808080"/>
                          </a:solidFill>
                        </a:rPr>
                        <a:t>7,12,19,11,3,18,14,8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1F3864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20" b="1">
                          <a:solidFill>
                            <a:srgbClr val="C0C0C0"/>
                          </a:solidFill>
                        </a:rPr>
                        <a:t>-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0">
                          <a:solidFill>
                            <a:srgbClr val="333333"/>
                          </a:solidFill>
                        </a:rPr>
                        <a:t>10위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80" b="1">
                          <a:solidFill>
                            <a:srgbClr val="1F3864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C00000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640" b="0">
                          <a:solidFill>
                            <a:srgbClr val="808080"/>
                          </a:solidFill>
                        </a:rPr>
                        <a:t>10,8,2,2,4,2,14,15,5,4,10,7,5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1F3864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20" b="1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0">
                          <a:solidFill>
                            <a:srgbClr val="333333"/>
                          </a:solidFill>
                        </a:rPr>
                        <a:t>11위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80" b="1">
                          <a:solidFill>
                            <a:srgbClr val="1F3864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C00000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640" b="0">
                          <a:solidFill>
                            <a:srgbClr val="808080"/>
                          </a:solidFill>
                        </a:rPr>
                        <a:t>2,6,11,13,2,8,2,2,9,8,8,10,2,1,3,6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1F3864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20" b="1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0">
                          <a:solidFill>
                            <a:srgbClr val="333333"/>
                          </a:solidFill>
                        </a:rPr>
                        <a:t>12위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80" b="1">
                          <a:solidFill>
                            <a:srgbClr val="1F3864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C00000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640" b="0">
                          <a:solidFill>
                            <a:srgbClr val="808080"/>
                          </a:solidFill>
                        </a:rPr>
                        <a:t>1,5,8,2,4,11,7,1,15,5,14,9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1F3864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20" b="1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0">
                          <a:solidFill>
                            <a:srgbClr val="333333"/>
                          </a:solidFill>
                        </a:rPr>
                        <a:t>13위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80" b="1">
                          <a:solidFill>
                            <a:srgbClr val="1F3864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C00000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640" b="0">
                          <a:solidFill>
                            <a:srgbClr val="808080"/>
                          </a:solidFill>
                        </a:rPr>
                        <a:t>18,1,2,1,2,7,8,9,8,5,3,6,12,3,6,2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1F3864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20" b="1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0">
                          <a:solidFill>
                            <a:srgbClr val="333333"/>
                          </a:solidFill>
                        </a:rPr>
                        <a:t>14위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80" b="1">
                          <a:solidFill>
                            <a:srgbClr val="1F3864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C00000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640" b="0">
                          <a:solidFill>
                            <a:srgbClr val="808080"/>
                          </a:solidFill>
                        </a:rPr>
                        <a:t>1,19,3,9,5,3,6,2,1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1F3864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20" b="1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0">
                          <a:solidFill>
                            <a:srgbClr val="333333"/>
                          </a:solidFill>
                        </a:rPr>
                        <a:t>15위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80" b="1">
                          <a:solidFill>
                            <a:srgbClr val="1F3864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C00000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640" b="0">
                          <a:solidFill>
                            <a:srgbClr val="808080"/>
                          </a:solidFill>
                        </a:rPr>
                        <a:t>14,4,2,9,15,1,1,16,6,23,3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1F3864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20" b="1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rh1"/>
          <p:cNvGraphicFramePr/>
          <p:nvPr/>
        </p:nvGraphicFramePr>
        <p:xfrm>
          <a:off x="4226000" y="1560000"/>
          <a:ext cx="3740000" cy="4800000"/>
        </p:xfrm>
        <a:graphic>
          <a:graphicData uri="http://schemas.openxmlformats.org/drawingml/2006/table">
            <a:tbl>
              <a:tblPr firstRow="1" bandRow="1"/>
              <a:tblGrid>
                <a:gridCol w="440000"/>
                <a:gridCol w="480000"/>
                <a:gridCol w="440000"/>
                <a:gridCol w="1280000"/>
                <a:gridCol w="560000"/>
                <a:gridCol w="54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적중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간격(차이수)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다음간격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가능성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0">
                          <a:solidFill>
                            <a:srgbClr val="333333"/>
                          </a:solidFill>
                        </a:rPr>
                        <a:t>16위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80" b="1">
                          <a:solidFill>
                            <a:srgbClr val="1F3864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C00000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640" b="0">
                          <a:solidFill>
                            <a:srgbClr val="808080"/>
                          </a:solidFill>
                        </a:rPr>
                        <a:t>5,1,2,5,1,6,4,13,3,14,4,7,1,5,1,1,9,1,5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1F3864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20" b="1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0">
                          <a:solidFill>
                            <a:srgbClr val="333333"/>
                          </a:solidFill>
                        </a:rPr>
                        <a:t>17위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80" b="1">
                          <a:solidFill>
                            <a:srgbClr val="1F3864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C00000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640" b="0">
                          <a:solidFill>
                            <a:srgbClr val="808080"/>
                          </a:solidFill>
                        </a:rPr>
                        <a:t>9,7,5,2,5,15,7,1,5,7,1,9,1,5,3,3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1F3864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20" b="1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0">
                          <a:solidFill>
                            <a:srgbClr val="333333"/>
                          </a:solidFill>
                        </a:rPr>
                        <a:t>18위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80" b="1">
                          <a:solidFill>
                            <a:srgbClr val="1F3864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C00000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640" b="0">
                          <a:solidFill>
                            <a:srgbClr val="808080"/>
                          </a:solidFill>
                        </a:rPr>
                        <a:t>9,5,6,2,4,4,15,4,4,17,3,5,3,5,6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1F3864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20" b="1">
                          <a:solidFill>
                            <a:srgbClr val="C00000"/>
                          </a:solidFill>
                        </a:rPr>
                        <a:t>◎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0">
                          <a:solidFill>
                            <a:srgbClr val="333333"/>
                          </a:solidFill>
                        </a:rPr>
                        <a:t>19위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80" b="1">
                          <a:solidFill>
                            <a:srgbClr val="1F3864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C00000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640" b="0">
                          <a:solidFill>
                            <a:srgbClr val="808080"/>
                          </a:solidFill>
                        </a:rPr>
                        <a:t>2,1,3,2,14,7,3,3,11,11,1,1,2,1,1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1F3864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20" b="1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0">
                          <a:solidFill>
                            <a:srgbClr val="333333"/>
                          </a:solidFill>
                        </a:rPr>
                        <a:t>20위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80" b="1">
                          <a:solidFill>
                            <a:srgbClr val="1F3864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C00000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640" b="0">
                          <a:solidFill>
                            <a:srgbClr val="808080"/>
                          </a:solidFill>
                        </a:rPr>
                        <a:t>1,1,6,9,2,4,1,2,5,3,25,10,17,8,2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1F3864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20" b="1">
                          <a:solidFill>
                            <a:srgbClr val="C00000"/>
                          </a:solidFill>
                        </a:rPr>
                        <a:t>◎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0">
                          <a:solidFill>
                            <a:srgbClr val="333333"/>
                          </a:solidFill>
                        </a:rPr>
                        <a:t>21위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80" b="1">
                          <a:solidFill>
                            <a:srgbClr val="1F3864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C00000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640" b="0">
                          <a:solidFill>
                            <a:srgbClr val="808080"/>
                          </a:solidFill>
                        </a:rPr>
                        <a:t>7,6,2,6,2,5,4,22,4,19,4,1,2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1F3864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20" b="1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0">
                          <a:solidFill>
                            <a:srgbClr val="333333"/>
                          </a:solidFill>
                        </a:rPr>
                        <a:t>22위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80" b="1">
                          <a:solidFill>
                            <a:srgbClr val="1F3864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C00000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640" b="0">
                          <a:solidFill>
                            <a:srgbClr val="808080"/>
                          </a:solidFill>
                        </a:rPr>
                        <a:t>4,4,4,5,13,11,2,12,7,8,4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1F3864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20" b="1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0">
                          <a:solidFill>
                            <a:srgbClr val="333333"/>
                          </a:solidFill>
                        </a:rPr>
                        <a:t>23위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80" b="1">
                          <a:solidFill>
                            <a:srgbClr val="1F3864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C00000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640" b="0">
                          <a:solidFill>
                            <a:srgbClr val="808080"/>
                          </a:solidFill>
                        </a:rPr>
                        <a:t>8,3,6,5,9,1,23,3,5,3,16,9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1F3864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20" b="1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0">
                          <a:solidFill>
                            <a:srgbClr val="333333"/>
                          </a:solidFill>
                        </a:rPr>
                        <a:t>24위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80" b="1">
                          <a:solidFill>
                            <a:srgbClr val="1F3864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C00000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640" b="0">
                          <a:solidFill>
                            <a:srgbClr val="808080"/>
                          </a:solidFill>
                        </a:rPr>
                        <a:t>4,10,9,3,5,15,6,3,17,7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1F3864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20" b="1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0">
                          <a:solidFill>
                            <a:srgbClr val="333333"/>
                          </a:solidFill>
                        </a:rPr>
                        <a:t>25위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80" b="1">
                          <a:solidFill>
                            <a:srgbClr val="1F3864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C00000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640" b="0">
                          <a:solidFill>
                            <a:srgbClr val="808080"/>
                          </a:solidFill>
                        </a:rPr>
                        <a:t>17,27,1,9,8,15,16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1F3864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20" b="1">
                          <a:solidFill>
                            <a:srgbClr val="C0C0C0"/>
                          </a:solidFill>
                        </a:rPr>
                        <a:t>-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0">
                          <a:solidFill>
                            <a:srgbClr val="333333"/>
                          </a:solidFill>
                        </a:rPr>
                        <a:t>26위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80" b="1">
                          <a:solidFill>
                            <a:srgbClr val="1F3864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C00000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640" b="0">
                          <a:solidFill>
                            <a:srgbClr val="808080"/>
                          </a:solidFill>
                        </a:rPr>
                        <a:t>1,5,24,9,10,6,1,14,1,6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1F3864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20" b="1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0">
                          <a:solidFill>
                            <a:srgbClr val="333333"/>
                          </a:solidFill>
                        </a:rPr>
                        <a:t>27위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80" b="1">
                          <a:solidFill>
                            <a:srgbClr val="1F3864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C00000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640" b="0">
                          <a:solidFill>
                            <a:srgbClr val="808080"/>
                          </a:solidFill>
                        </a:rPr>
                        <a:t>4,3,3,8,6,14,9,2,5,7,1,1,1,5,10,2,2,1,4,3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1F3864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20" b="1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0">
                          <a:solidFill>
                            <a:srgbClr val="333333"/>
                          </a:solidFill>
                        </a:rPr>
                        <a:t>28위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80" b="1">
                          <a:solidFill>
                            <a:srgbClr val="1F3864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C00000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640" b="0">
                          <a:solidFill>
                            <a:srgbClr val="808080"/>
                          </a:solidFill>
                        </a:rPr>
                        <a:t>13,2,1,2,2,4,3,3,3,10,8,21,19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1F3864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20" b="1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0">
                          <a:solidFill>
                            <a:srgbClr val="333333"/>
                          </a:solidFill>
                        </a:rPr>
                        <a:t>29위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80" b="1">
                          <a:solidFill>
                            <a:srgbClr val="1F3864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C00000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640" b="0">
                          <a:solidFill>
                            <a:srgbClr val="808080"/>
                          </a:solidFill>
                        </a:rPr>
                        <a:t>7,15,6,36,7,15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1F3864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20" b="1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0">
                          <a:solidFill>
                            <a:srgbClr val="333333"/>
                          </a:solidFill>
                        </a:rPr>
                        <a:t>30위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80" b="1">
                          <a:solidFill>
                            <a:srgbClr val="1F3864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C00000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640" b="0">
                          <a:solidFill>
                            <a:srgbClr val="808080"/>
                          </a:solidFill>
                        </a:rPr>
                        <a:t>15,5,3,13,2,22,4,2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1F3864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20" b="1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rh2"/>
          <p:cNvGraphicFramePr/>
          <p:nvPr/>
        </p:nvGraphicFramePr>
        <p:xfrm>
          <a:off x="8186000" y="1560000"/>
          <a:ext cx="3740000" cy="4800000"/>
        </p:xfrm>
        <a:graphic>
          <a:graphicData uri="http://schemas.openxmlformats.org/drawingml/2006/table">
            <a:tbl>
              <a:tblPr firstRow="1" bandRow="1"/>
              <a:tblGrid>
                <a:gridCol w="440000"/>
                <a:gridCol w="480000"/>
                <a:gridCol w="440000"/>
                <a:gridCol w="1280000"/>
                <a:gridCol w="560000"/>
                <a:gridCol w="54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적중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간격(차이수)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다음간격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가능성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0">
                          <a:solidFill>
                            <a:srgbClr val="333333"/>
                          </a:solidFill>
                        </a:rPr>
                        <a:t>31위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80" b="1">
                          <a:solidFill>
                            <a:srgbClr val="1F3864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C00000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640" b="0">
                          <a:solidFill>
                            <a:srgbClr val="808080"/>
                          </a:solidFill>
                        </a:rPr>
                        <a:t>2,2,6,3,15,3,1,2,6,14,6,8,4,3,13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1F3864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20" b="1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0">
                          <a:solidFill>
                            <a:srgbClr val="333333"/>
                          </a:solidFill>
                        </a:rPr>
                        <a:t>32위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80" b="1">
                          <a:solidFill>
                            <a:srgbClr val="1F3864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C00000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640" b="0">
                          <a:solidFill>
                            <a:srgbClr val="808080"/>
                          </a:solidFill>
                        </a:rPr>
                        <a:t>7,11,1,12,6,2,12,1,7,12,14,3,1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1F3864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20" b="1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0">
                          <a:solidFill>
                            <a:srgbClr val="333333"/>
                          </a:solidFill>
                        </a:rPr>
                        <a:t>33위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80" b="1">
                          <a:solidFill>
                            <a:srgbClr val="1F3864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C00000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640" b="0">
                          <a:solidFill>
                            <a:srgbClr val="808080"/>
                          </a:solidFill>
                        </a:rPr>
                        <a:t>10,3,6,10,2,15,12,20,5,2,5,2,5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1F3864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20" b="1">
                          <a:solidFill>
                            <a:srgbClr val="C00000"/>
                          </a:solidFill>
                        </a:rPr>
                        <a:t>◎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0">
                          <a:solidFill>
                            <a:srgbClr val="333333"/>
                          </a:solidFill>
                        </a:rPr>
                        <a:t>34위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80" b="1">
                          <a:solidFill>
                            <a:srgbClr val="1F3864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C00000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640" b="0">
                          <a:solidFill>
                            <a:srgbClr val="808080"/>
                          </a:solidFill>
                        </a:rPr>
                        <a:t>7,4,9,3,15,8,2,8,13,2,1,3,3,1,5,2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1F3864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20" b="1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0">
                          <a:solidFill>
                            <a:srgbClr val="333333"/>
                          </a:solidFill>
                        </a:rPr>
                        <a:t>35위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80" b="1">
                          <a:solidFill>
                            <a:srgbClr val="1F3864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C00000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640" b="0">
                          <a:solidFill>
                            <a:srgbClr val="808080"/>
                          </a:solidFill>
                        </a:rPr>
                        <a:t>4,25,6,20,1,5,5,12,14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1F3864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20" b="1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0">
                          <a:solidFill>
                            <a:srgbClr val="333333"/>
                          </a:solidFill>
                        </a:rPr>
                        <a:t>36위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80" b="1">
                          <a:solidFill>
                            <a:srgbClr val="1F3864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C00000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640" b="0">
                          <a:solidFill>
                            <a:srgbClr val="808080"/>
                          </a:solidFill>
                        </a:rPr>
                        <a:t>2,2,21,7,1,3,11,1,4,1,2,3,7,11,3,14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1F3864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20" b="1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0">
                          <a:solidFill>
                            <a:srgbClr val="333333"/>
                          </a:solidFill>
                        </a:rPr>
                        <a:t>37위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80" b="1">
                          <a:solidFill>
                            <a:srgbClr val="1F3864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C00000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640" b="0">
                          <a:solidFill>
                            <a:srgbClr val="808080"/>
                          </a:solidFill>
                        </a:rPr>
                        <a:t>3,1,5,7,9,1,16,15,36,4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1F3864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20" b="1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0">
                          <a:solidFill>
                            <a:srgbClr val="333333"/>
                          </a:solidFill>
                        </a:rPr>
                        <a:t>38위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80" b="1">
                          <a:solidFill>
                            <a:srgbClr val="1F3864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C00000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640" b="0">
                          <a:solidFill>
                            <a:srgbClr val="808080"/>
                          </a:solidFill>
                        </a:rPr>
                        <a:t>12,12,1,22,8,16,2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1F3864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20" b="1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0">
                          <a:solidFill>
                            <a:srgbClr val="333333"/>
                          </a:solidFill>
                        </a:rPr>
                        <a:t>39위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80" b="1">
                          <a:solidFill>
                            <a:srgbClr val="1F3864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C00000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640" b="0">
                          <a:solidFill>
                            <a:srgbClr val="808080"/>
                          </a:solidFill>
                        </a:rPr>
                        <a:t>4,5,18,1,6,7,4,4,6,1,18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1F3864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20" b="1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0">
                          <a:solidFill>
                            <a:srgbClr val="333333"/>
                          </a:solidFill>
                        </a:rPr>
                        <a:t>40위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80" b="1">
                          <a:solidFill>
                            <a:srgbClr val="1F3864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C00000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640" b="0">
                          <a:solidFill>
                            <a:srgbClr val="808080"/>
                          </a:solidFill>
                        </a:rPr>
                        <a:t>18,21,6,1,10,3,17,2,17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1F3864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20" b="1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0">
                          <a:solidFill>
                            <a:srgbClr val="333333"/>
                          </a:solidFill>
                        </a:rPr>
                        <a:t>41위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80" b="1">
                          <a:solidFill>
                            <a:srgbClr val="1F3864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C00000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640" b="0">
                          <a:solidFill>
                            <a:srgbClr val="808080"/>
                          </a:solidFill>
                        </a:rPr>
                        <a:t>8,2,5,10,2,1,18,8,12,3,6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1F3864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20" b="1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0">
                          <a:solidFill>
                            <a:srgbClr val="333333"/>
                          </a:solidFill>
                        </a:rPr>
                        <a:t>42위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80" b="1">
                          <a:solidFill>
                            <a:srgbClr val="1F3864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C00000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640" b="0">
                          <a:solidFill>
                            <a:srgbClr val="808080"/>
                          </a:solidFill>
                        </a:rPr>
                        <a:t>13,4,20,3,3,5,17,7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1F3864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20" b="1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0">
                          <a:solidFill>
                            <a:srgbClr val="333333"/>
                          </a:solidFill>
                        </a:rPr>
                        <a:t>43위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80" b="1">
                          <a:solidFill>
                            <a:srgbClr val="1F3864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C00000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640" b="0">
                          <a:solidFill>
                            <a:srgbClr val="808080"/>
                          </a:solidFill>
                        </a:rPr>
                        <a:t>3,20,3,19,1,8,5,1,1,3,10,9,6,4,5,1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1F3864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20" b="1">
                          <a:solidFill>
                            <a:srgbClr val="C00000"/>
                          </a:solidFill>
                        </a:rPr>
                        <a:t>◎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0">
                          <a:solidFill>
                            <a:srgbClr val="333333"/>
                          </a:solidFill>
                        </a:rPr>
                        <a:t>44위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80" b="1">
                          <a:solidFill>
                            <a:srgbClr val="1F3864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C00000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640" b="0">
                          <a:solidFill>
                            <a:srgbClr val="808080"/>
                          </a:solidFill>
                        </a:rPr>
                        <a:t>15,2,2,2,19,6,4,14,7,4,1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1F3864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20" b="1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0">
                          <a:solidFill>
                            <a:srgbClr val="333333"/>
                          </a:solidFill>
                        </a:rPr>
                        <a:t>45위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80" b="1">
                          <a:solidFill>
                            <a:srgbClr val="1F3864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C00000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640" b="0">
                          <a:solidFill>
                            <a:srgbClr val="808080"/>
                          </a:solidFill>
                        </a:rPr>
                        <a:t>6,1,5,14,13,9,1,1,1,33,2,2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20" b="1">
                          <a:solidFill>
                            <a:srgbClr val="1F3864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20" b="1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Malgun Gothic"/>
        <a:cs typeface="Calibri"/>
      </a:majorFont>
      <a:minorFont>
        <a:latin typeface="Calibri"/>
        <a:ea typeface="Malgun Gothic"/>
        <a:cs typeface="Calibri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